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handoutMasterIdLst>
    <p:handoutMasterId r:id="rId27"/>
  </p:handoutMasterIdLst>
  <p:sldIdLst>
    <p:sldId id="256" r:id="rId5"/>
    <p:sldId id="257" r:id="rId6"/>
    <p:sldId id="260"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2EDE56-81FF-46AE-AC23-D683E669FB4F}" v="41" dt="2024-04-27T15:23:04.3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6" d="100"/>
          <a:sy n="96" d="100"/>
        </p:scale>
        <p:origin x="178" y="5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yoshija chokka" userId="133eccbf48793511" providerId="LiveId" clId="{132EDE56-81FF-46AE-AC23-D683E669FB4F}"/>
    <pc:docChg chg="undo custSel addSld delSld modSld">
      <pc:chgData name="sriyoshija chokka" userId="133eccbf48793511" providerId="LiveId" clId="{132EDE56-81FF-46AE-AC23-D683E669FB4F}" dt="2024-04-29T13:49:22.727" v="1243" actId="1076"/>
      <pc:docMkLst>
        <pc:docMk/>
      </pc:docMkLst>
      <pc:sldChg chg="addSp modSp mod">
        <pc:chgData name="sriyoshija chokka" userId="133eccbf48793511" providerId="LiveId" clId="{132EDE56-81FF-46AE-AC23-D683E669FB4F}" dt="2024-04-26T16:47:30.412" v="48" actId="1076"/>
        <pc:sldMkLst>
          <pc:docMk/>
          <pc:sldMk cId="3946934594" sldId="256"/>
        </pc:sldMkLst>
        <pc:spChg chg="mod">
          <ac:chgData name="sriyoshija chokka" userId="133eccbf48793511" providerId="LiveId" clId="{132EDE56-81FF-46AE-AC23-D683E669FB4F}" dt="2024-04-26T16:47:25.337" v="47" actId="1076"/>
          <ac:spMkLst>
            <pc:docMk/>
            <pc:sldMk cId="3946934594" sldId="256"/>
            <ac:spMk id="3" creationId="{0D537F64-4C96-4AA8-BB21-E8053A3186DD}"/>
          </ac:spMkLst>
        </pc:spChg>
        <pc:spChg chg="add mod">
          <ac:chgData name="sriyoshija chokka" userId="133eccbf48793511" providerId="LiveId" clId="{132EDE56-81FF-46AE-AC23-D683E669FB4F}" dt="2024-04-26T16:47:30.412" v="48" actId="1076"/>
          <ac:spMkLst>
            <pc:docMk/>
            <pc:sldMk cId="3946934594" sldId="256"/>
            <ac:spMk id="4" creationId="{8C7A66CF-E242-23AA-4D96-BCD668880B2A}"/>
          </ac:spMkLst>
        </pc:spChg>
      </pc:sldChg>
      <pc:sldChg chg="addSp delSp modSp mod">
        <pc:chgData name="sriyoshija chokka" userId="133eccbf48793511" providerId="LiveId" clId="{132EDE56-81FF-46AE-AC23-D683E669FB4F}" dt="2024-04-26T16:57:20.943" v="167" actId="14100"/>
        <pc:sldMkLst>
          <pc:docMk/>
          <pc:sldMk cId="2902794312" sldId="257"/>
        </pc:sldMkLst>
        <pc:spChg chg="mod">
          <ac:chgData name="sriyoshija chokka" userId="133eccbf48793511" providerId="LiveId" clId="{132EDE56-81FF-46AE-AC23-D683E669FB4F}" dt="2024-04-26T16:56:07.057" v="155" actId="1076"/>
          <ac:spMkLst>
            <pc:docMk/>
            <pc:sldMk cId="2902794312" sldId="257"/>
            <ac:spMk id="4" creationId="{E3BD8413-C238-49D7-A4E1-E8FEF1811A0E}"/>
          </ac:spMkLst>
        </pc:spChg>
        <pc:spChg chg="del mod">
          <ac:chgData name="sriyoshija chokka" userId="133eccbf48793511" providerId="LiveId" clId="{132EDE56-81FF-46AE-AC23-D683E669FB4F}" dt="2024-04-26T16:56:00.614" v="154" actId="12084"/>
          <ac:spMkLst>
            <pc:docMk/>
            <pc:sldMk cId="2902794312" sldId="257"/>
            <ac:spMk id="5" creationId="{0A95F4DE-39B7-4CE2-BC1E-8B8AE662A895}"/>
          </ac:spMkLst>
        </pc:spChg>
        <pc:graphicFrameChg chg="add mod modGraphic">
          <ac:chgData name="sriyoshija chokka" userId="133eccbf48793511" providerId="LiveId" clId="{132EDE56-81FF-46AE-AC23-D683E669FB4F}" dt="2024-04-26T16:57:20.943" v="167" actId="14100"/>
          <ac:graphicFrameMkLst>
            <pc:docMk/>
            <pc:sldMk cId="2902794312" sldId="257"/>
            <ac:graphicFrameMk id="3" creationId="{89F24422-27D5-3A88-85BC-C9A110F0499F}"/>
          </ac:graphicFrameMkLst>
        </pc:graphicFrameChg>
      </pc:sldChg>
      <pc:sldChg chg="modSp del mod">
        <pc:chgData name="sriyoshija chokka" userId="133eccbf48793511" providerId="LiveId" clId="{132EDE56-81FF-46AE-AC23-D683E669FB4F}" dt="2024-04-26T17:12:44.996" v="457" actId="47"/>
        <pc:sldMkLst>
          <pc:docMk/>
          <pc:sldMk cId="3733486012" sldId="258"/>
        </pc:sldMkLst>
        <pc:spChg chg="mod">
          <ac:chgData name="sriyoshija chokka" userId="133eccbf48793511" providerId="LiveId" clId="{132EDE56-81FF-46AE-AC23-D683E669FB4F}" dt="2024-04-26T17:12:00.643" v="450" actId="20577"/>
          <ac:spMkLst>
            <pc:docMk/>
            <pc:sldMk cId="3733486012" sldId="258"/>
            <ac:spMk id="7" creationId="{7875C19A-1AAE-476A-A316-A2CF92D763D3}"/>
          </ac:spMkLst>
        </pc:spChg>
        <pc:spChg chg="mod">
          <ac:chgData name="sriyoshija chokka" userId="133eccbf48793511" providerId="LiveId" clId="{132EDE56-81FF-46AE-AC23-D683E669FB4F}" dt="2024-04-26T17:12:17.273" v="454" actId="14100"/>
          <ac:spMkLst>
            <pc:docMk/>
            <pc:sldMk cId="3733486012" sldId="258"/>
            <ac:spMk id="10" creationId="{EF2BC084-E6DB-4DE7-B309-042A85EBA700}"/>
          </ac:spMkLst>
        </pc:spChg>
      </pc:sldChg>
      <pc:sldChg chg="modSp mod">
        <pc:chgData name="sriyoshija chokka" userId="133eccbf48793511" providerId="LiveId" clId="{132EDE56-81FF-46AE-AC23-D683E669FB4F}" dt="2024-04-26T17:02:37.906" v="370" actId="113"/>
        <pc:sldMkLst>
          <pc:docMk/>
          <pc:sldMk cId="709828751" sldId="260"/>
        </pc:sldMkLst>
        <pc:spChg chg="mod">
          <ac:chgData name="sriyoshija chokka" userId="133eccbf48793511" providerId="LiveId" clId="{132EDE56-81FF-46AE-AC23-D683E669FB4F}" dt="2024-04-26T16:58:42.640" v="208" actId="1076"/>
          <ac:spMkLst>
            <pc:docMk/>
            <pc:sldMk cId="709828751" sldId="260"/>
            <ac:spMk id="4" creationId="{BD179B88-D43C-4A31-9A52-3498E9430782}"/>
          </ac:spMkLst>
        </pc:spChg>
        <pc:spChg chg="mod">
          <ac:chgData name="sriyoshija chokka" userId="133eccbf48793511" providerId="LiveId" clId="{132EDE56-81FF-46AE-AC23-D683E669FB4F}" dt="2024-04-26T17:02:37.906" v="370" actId="113"/>
          <ac:spMkLst>
            <pc:docMk/>
            <pc:sldMk cId="709828751" sldId="260"/>
            <ac:spMk id="5" creationId="{DCDDBE65-9AB1-4989-AF86-726591A6A128}"/>
          </ac:spMkLst>
        </pc:spChg>
      </pc:sldChg>
      <pc:sldChg chg="del">
        <pc:chgData name="sriyoshija chokka" userId="133eccbf48793511" providerId="LiveId" clId="{132EDE56-81FF-46AE-AC23-D683E669FB4F}" dt="2024-04-27T14:53:18.171" v="837" actId="47"/>
        <pc:sldMkLst>
          <pc:docMk/>
          <pc:sldMk cId="3607270498" sldId="261"/>
        </pc:sldMkLst>
      </pc:sldChg>
      <pc:sldChg chg="del">
        <pc:chgData name="sriyoshija chokka" userId="133eccbf48793511" providerId="LiveId" clId="{132EDE56-81FF-46AE-AC23-D683E669FB4F}" dt="2024-04-27T14:53:22.132" v="838" actId="47"/>
        <pc:sldMkLst>
          <pc:docMk/>
          <pc:sldMk cId="3892131414" sldId="262"/>
        </pc:sldMkLst>
      </pc:sldChg>
      <pc:sldChg chg="del">
        <pc:chgData name="sriyoshija chokka" userId="133eccbf48793511" providerId="LiveId" clId="{132EDE56-81FF-46AE-AC23-D683E669FB4F}" dt="2024-04-27T15:00:19.591" v="888" actId="47"/>
        <pc:sldMkLst>
          <pc:docMk/>
          <pc:sldMk cId="663103393" sldId="264"/>
        </pc:sldMkLst>
      </pc:sldChg>
      <pc:sldChg chg="del">
        <pc:chgData name="sriyoshija chokka" userId="133eccbf48793511" providerId="LiveId" clId="{132EDE56-81FF-46AE-AC23-D683E669FB4F}" dt="2024-04-27T15:00:26.651" v="889" actId="47"/>
        <pc:sldMkLst>
          <pc:docMk/>
          <pc:sldMk cId="1065425595" sldId="266"/>
        </pc:sldMkLst>
      </pc:sldChg>
      <pc:sldChg chg="del">
        <pc:chgData name="sriyoshija chokka" userId="133eccbf48793511" providerId="LiveId" clId="{132EDE56-81FF-46AE-AC23-D683E669FB4F}" dt="2024-04-27T15:00:29.278" v="891" actId="47"/>
        <pc:sldMkLst>
          <pc:docMk/>
          <pc:sldMk cId="914134537" sldId="267"/>
        </pc:sldMkLst>
      </pc:sldChg>
      <pc:sldChg chg="del">
        <pc:chgData name="sriyoshija chokka" userId="133eccbf48793511" providerId="LiveId" clId="{132EDE56-81FF-46AE-AC23-D683E669FB4F}" dt="2024-04-27T15:22:35.573" v="1198" actId="47"/>
        <pc:sldMkLst>
          <pc:docMk/>
          <pc:sldMk cId="44069682" sldId="268"/>
        </pc:sldMkLst>
      </pc:sldChg>
      <pc:sldChg chg="modSp mod">
        <pc:chgData name="sriyoshija chokka" userId="133eccbf48793511" providerId="LiveId" clId="{132EDE56-81FF-46AE-AC23-D683E669FB4F}" dt="2024-04-27T15:23:10.348" v="1205" actId="14100"/>
        <pc:sldMkLst>
          <pc:docMk/>
          <pc:sldMk cId="429771863" sldId="269"/>
        </pc:sldMkLst>
        <pc:spChg chg="mod">
          <ac:chgData name="sriyoshija chokka" userId="133eccbf48793511" providerId="LiveId" clId="{132EDE56-81FF-46AE-AC23-D683E669FB4F}" dt="2024-04-27T15:23:10.348" v="1205" actId="14100"/>
          <ac:spMkLst>
            <pc:docMk/>
            <pc:sldMk cId="429771863" sldId="269"/>
            <ac:spMk id="2" creationId="{632BE5BF-9922-45FB-8F3F-4446D40A051B}"/>
          </ac:spMkLst>
        </pc:spChg>
      </pc:sldChg>
      <pc:sldChg chg="del">
        <pc:chgData name="sriyoshija chokka" userId="133eccbf48793511" providerId="LiveId" clId="{132EDE56-81FF-46AE-AC23-D683E669FB4F}" dt="2024-04-27T15:00:18.192" v="887" actId="47"/>
        <pc:sldMkLst>
          <pc:docMk/>
          <pc:sldMk cId="451187730" sldId="283"/>
        </pc:sldMkLst>
      </pc:sldChg>
      <pc:sldChg chg="del">
        <pc:chgData name="sriyoshija chokka" userId="133eccbf48793511" providerId="LiveId" clId="{132EDE56-81FF-46AE-AC23-D683E669FB4F}" dt="2024-04-27T15:00:27.667" v="890" actId="47"/>
        <pc:sldMkLst>
          <pc:docMk/>
          <pc:sldMk cId="3322300142" sldId="284"/>
        </pc:sldMkLst>
      </pc:sldChg>
      <pc:sldChg chg="del">
        <pc:chgData name="sriyoshija chokka" userId="133eccbf48793511" providerId="LiveId" clId="{132EDE56-81FF-46AE-AC23-D683E669FB4F}" dt="2024-04-26T16:40:22.736" v="0" actId="47"/>
        <pc:sldMkLst>
          <pc:docMk/>
          <pc:sldMk cId="59582380" sldId="285"/>
        </pc:sldMkLst>
      </pc:sldChg>
      <pc:sldChg chg="delSp modSp new mod">
        <pc:chgData name="sriyoshija chokka" userId="133eccbf48793511" providerId="LiveId" clId="{132EDE56-81FF-46AE-AC23-D683E669FB4F}" dt="2024-04-26T17:10:34.491" v="383" actId="403"/>
        <pc:sldMkLst>
          <pc:docMk/>
          <pc:sldMk cId="2950275994" sldId="285"/>
        </pc:sldMkLst>
        <pc:spChg chg="del">
          <ac:chgData name="sriyoshija chokka" userId="133eccbf48793511" providerId="LiveId" clId="{132EDE56-81FF-46AE-AC23-D683E669FB4F}" dt="2024-04-26T17:09:56.533" v="372" actId="478"/>
          <ac:spMkLst>
            <pc:docMk/>
            <pc:sldMk cId="2950275994" sldId="285"/>
            <ac:spMk id="2" creationId="{F9DD466A-1CD9-D4EC-F37C-E65693ADEDD6}"/>
          </ac:spMkLst>
        </pc:spChg>
        <pc:spChg chg="mod">
          <ac:chgData name="sriyoshija chokka" userId="133eccbf48793511" providerId="LiveId" clId="{132EDE56-81FF-46AE-AC23-D683E669FB4F}" dt="2024-04-26T17:10:34.491" v="383" actId="403"/>
          <ac:spMkLst>
            <pc:docMk/>
            <pc:sldMk cId="2950275994" sldId="285"/>
            <ac:spMk id="4" creationId="{310D5EC3-8C7D-6CE2-D3DA-808A5AAD4194}"/>
          </ac:spMkLst>
        </pc:spChg>
      </pc:sldChg>
      <pc:sldChg chg="modSp new mod">
        <pc:chgData name="sriyoshija chokka" userId="133eccbf48793511" providerId="LiveId" clId="{132EDE56-81FF-46AE-AC23-D683E669FB4F}" dt="2024-04-26T17:15:47.739" v="485" actId="1076"/>
        <pc:sldMkLst>
          <pc:docMk/>
          <pc:sldMk cId="1648538490" sldId="286"/>
        </pc:sldMkLst>
        <pc:spChg chg="mod">
          <ac:chgData name="sriyoshija chokka" userId="133eccbf48793511" providerId="LiveId" clId="{132EDE56-81FF-46AE-AC23-D683E669FB4F}" dt="2024-04-26T17:12:39.507" v="456"/>
          <ac:spMkLst>
            <pc:docMk/>
            <pc:sldMk cId="1648538490" sldId="286"/>
            <ac:spMk id="2" creationId="{6511BA7D-C2DB-601C-50E5-F0822D550393}"/>
          </ac:spMkLst>
        </pc:spChg>
        <pc:spChg chg="mod">
          <ac:chgData name="sriyoshija chokka" userId="133eccbf48793511" providerId="LiveId" clId="{132EDE56-81FF-46AE-AC23-D683E669FB4F}" dt="2024-04-26T17:15:47.739" v="485" actId="1076"/>
          <ac:spMkLst>
            <pc:docMk/>
            <pc:sldMk cId="1648538490" sldId="286"/>
            <ac:spMk id="4" creationId="{9C3449E2-8066-6643-F2C5-9C153D3D6398}"/>
          </ac:spMkLst>
        </pc:spChg>
      </pc:sldChg>
      <pc:sldChg chg="addSp delSp modSp new del mod">
        <pc:chgData name="sriyoshija chokka" userId="133eccbf48793511" providerId="LiveId" clId="{132EDE56-81FF-46AE-AC23-D683E669FB4F}" dt="2024-04-26T17:16:50.797" v="497" actId="47"/>
        <pc:sldMkLst>
          <pc:docMk/>
          <pc:sldMk cId="1680757462" sldId="287"/>
        </pc:sldMkLst>
        <pc:spChg chg="del">
          <ac:chgData name="sriyoshija chokka" userId="133eccbf48793511" providerId="LiveId" clId="{132EDE56-81FF-46AE-AC23-D683E669FB4F}" dt="2024-04-26T17:16:02.214" v="487" actId="478"/>
          <ac:spMkLst>
            <pc:docMk/>
            <pc:sldMk cId="1680757462" sldId="287"/>
            <ac:spMk id="2" creationId="{D1FA91E2-CABC-014A-A601-84F9B33B9D0F}"/>
          </ac:spMkLst>
        </pc:spChg>
        <pc:spChg chg="add del mod">
          <ac:chgData name="sriyoshija chokka" userId="133eccbf48793511" providerId="LiveId" clId="{132EDE56-81FF-46AE-AC23-D683E669FB4F}" dt="2024-04-26T17:16:50.257" v="496"/>
          <ac:spMkLst>
            <pc:docMk/>
            <pc:sldMk cId="1680757462" sldId="287"/>
            <ac:spMk id="5" creationId="{4780E8CD-C623-2B08-5487-216ABF91F6C0}"/>
          </ac:spMkLst>
        </pc:spChg>
      </pc:sldChg>
      <pc:sldChg chg="addSp delSp modSp new mod">
        <pc:chgData name="sriyoshija chokka" userId="133eccbf48793511" providerId="LiveId" clId="{132EDE56-81FF-46AE-AC23-D683E669FB4F}" dt="2024-04-26T17:28:47.685" v="738" actId="1076"/>
        <pc:sldMkLst>
          <pc:docMk/>
          <pc:sldMk cId="1830700113" sldId="287"/>
        </pc:sldMkLst>
        <pc:spChg chg="mod">
          <ac:chgData name="sriyoshija chokka" userId="133eccbf48793511" providerId="LiveId" clId="{132EDE56-81FF-46AE-AC23-D683E669FB4F}" dt="2024-04-26T17:16:58.963" v="510" actId="20577"/>
          <ac:spMkLst>
            <pc:docMk/>
            <pc:sldMk cId="1830700113" sldId="287"/>
            <ac:spMk id="2" creationId="{591E1505-3130-FF9B-715C-CC502498D1F6}"/>
          </ac:spMkLst>
        </pc:spChg>
        <pc:spChg chg="del mod">
          <ac:chgData name="sriyoshija chokka" userId="133eccbf48793511" providerId="LiveId" clId="{132EDE56-81FF-46AE-AC23-D683E669FB4F}" dt="2024-04-26T17:23:32.047" v="554" actId="12084"/>
          <ac:spMkLst>
            <pc:docMk/>
            <pc:sldMk cId="1830700113" sldId="287"/>
            <ac:spMk id="4" creationId="{44FA4783-2335-F1D7-2529-5687BDDE7A85}"/>
          </ac:spMkLst>
        </pc:spChg>
        <pc:spChg chg="add mod">
          <ac:chgData name="sriyoshija chokka" userId="133eccbf48793511" providerId="LiveId" clId="{132EDE56-81FF-46AE-AC23-D683E669FB4F}" dt="2024-04-26T17:28:47.685" v="738" actId="1076"/>
          <ac:spMkLst>
            <pc:docMk/>
            <pc:sldMk cId="1830700113" sldId="287"/>
            <ac:spMk id="6" creationId="{7E8D369D-20EB-5565-29FC-85B8ADC3E091}"/>
          </ac:spMkLst>
        </pc:spChg>
        <pc:graphicFrameChg chg="add del mod">
          <ac:chgData name="sriyoshija chokka" userId="133eccbf48793511" providerId="LiveId" clId="{132EDE56-81FF-46AE-AC23-D683E669FB4F}" dt="2024-04-26T17:24:17.779" v="564" actId="11529"/>
          <ac:graphicFrameMkLst>
            <pc:docMk/>
            <pc:sldMk cId="1830700113" sldId="287"/>
            <ac:graphicFrameMk id="5" creationId="{6F6EFB62-4C5B-9FC4-2C9C-F1902F22FCFA}"/>
          </ac:graphicFrameMkLst>
        </pc:graphicFrameChg>
      </pc:sldChg>
      <pc:sldChg chg="addSp delSp modSp new mod">
        <pc:chgData name="sriyoshija chokka" userId="133eccbf48793511" providerId="LiveId" clId="{132EDE56-81FF-46AE-AC23-D683E669FB4F}" dt="2024-04-26T17:36:27.579" v="801" actId="20577"/>
        <pc:sldMkLst>
          <pc:docMk/>
          <pc:sldMk cId="2262949964" sldId="288"/>
        </pc:sldMkLst>
        <pc:spChg chg="mod">
          <ac:chgData name="sriyoshija chokka" userId="133eccbf48793511" providerId="LiveId" clId="{132EDE56-81FF-46AE-AC23-D683E669FB4F}" dt="2024-04-26T17:36:27.579" v="801" actId="20577"/>
          <ac:spMkLst>
            <pc:docMk/>
            <pc:sldMk cId="2262949964" sldId="288"/>
            <ac:spMk id="2" creationId="{60831443-62BF-4C6A-CA49-B8B2552E9E80}"/>
          </ac:spMkLst>
        </pc:spChg>
        <pc:spChg chg="del mod">
          <ac:chgData name="sriyoshija chokka" userId="133eccbf48793511" providerId="LiveId" clId="{132EDE56-81FF-46AE-AC23-D683E669FB4F}" dt="2024-04-26T17:35:18.454" v="787" actId="12084"/>
          <ac:spMkLst>
            <pc:docMk/>
            <pc:sldMk cId="2262949964" sldId="288"/>
            <ac:spMk id="4" creationId="{F915BBEB-3634-7043-2531-E4D0F0BEF3C3}"/>
          </ac:spMkLst>
        </pc:spChg>
        <pc:graphicFrameChg chg="add mod modGraphic">
          <ac:chgData name="sriyoshija chokka" userId="133eccbf48793511" providerId="LiveId" clId="{132EDE56-81FF-46AE-AC23-D683E669FB4F}" dt="2024-04-26T17:36:00.349" v="794" actId="2710"/>
          <ac:graphicFrameMkLst>
            <pc:docMk/>
            <pc:sldMk cId="2262949964" sldId="288"/>
            <ac:graphicFrameMk id="5" creationId="{EFCB31F1-9ED3-806B-37F6-AAA3D943FAD0}"/>
          </ac:graphicFrameMkLst>
        </pc:graphicFrameChg>
      </pc:sldChg>
      <pc:sldChg chg="addSp delSp modSp new mod">
        <pc:chgData name="sriyoshija chokka" userId="133eccbf48793511" providerId="LiveId" clId="{132EDE56-81FF-46AE-AC23-D683E669FB4F}" dt="2024-04-26T17:37:56.944" v="817" actId="2710"/>
        <pc:sldMkLst>
          <pc:docMk/>
          <pc:sldMk cId="3246336345" sldId="289"/>
        </pc:sldMkLst>
        <pc:spChg chg="del">
          <ac:chgData name="sriyoshija chokka" userId="133eccbf48793511" providerId="LiveId" clId="{132EDE56-81FF-46AE-AC23-D683E669FB4F}" dt="2024-04-26T17:36:54.397" v="803" actId="478"/>
          <ac:spMkLst>
            <pc:docMk/>
            <pc:sldMk cId="3246336345" sldId="289"/>
            <ac:spMk id="2" creationId="{0B74B480-6541-9F6C-1340-4AEF32CD2C0C}"/>
          </ac:spMkLst>
        </pc:spChg>
        <pc:spChg chg="del mod">
          <ac:chgData name="sriyoshija chokka" userId="133eccbf48793511" providerId="LiveId" clId="{132EDE56-81FF-46AE-AC23-D683E669FB4F}" dt="2024-04-26T17:37:29.852" v="811" actId="12084"/>
          <ac:spMkLst>
            <pc:docMk/>
            <pc:sldMk cId="3246336345" sldId="289"/>
            <ac:spMk id="4" creationId="{20CD5CDD-9DBC-AC59-F470-30FBAF0FDD63}"/>
          </ac:spMkLst>
        </pc:spChg>
        <pc:graphicFrameChg chg="add mod modGraphic">
          <ac:chgData name="sriyoshija chokka" userId="133eccbf48793511" providerId="LiveId" clId="{132EDE56-81FF-46AE-AC23-D683E669FB4F}" dt="2024-04-26T17:37:56.944" v="817" actId="2710"/>
          <ac:graphicFrameMkLst>
            <pc:docMk/>
            <pc:sldMk cId="3246336345" sldId="289"/>
            <ac:graphicFrameMk id="5" creationId="{C8648D49-AF85-541A-A757-72C35034CC29}"/>
          </ac:graphicFrameMkLst>
        </pc:graphicFrameChg>
      </pc:sldChg>
      <pc:sldChg chg="delSp modSp new mod">
        <pc:chgData name="sriyoshija chokka" userId="133eccbf48793511" providerId="LiveId" clId="{132EDE56-81FF-46AE-AC23-D683E669FB4F}" dt="2024-04-26T17:41:36.921" v="835" actId="255"/>
        <pc:sldMkLst>
          <pc:docMk/>
          <pc:sldMk cId="1222661406" sldId="290"/>
        </pc:sldMkLst>
        <pc:spChg chg="del">
          <ac:chgData name="sriyoshija chokka" userId="133eccbf48793511" providerId="LiveId" clId="{132EDE56-81FF-46AE-AC23-D683E669FB4F}" dt="2024-04-26T17:40:57.466" v="819" actId="478"/>
          <ac:spMkLst>
            <pc:docMk/>
            <pc:sldMk cId="1222661406" sldId="290"/>
            <ac:spMk id="2" creationId="{8FABC477-5A16-381A-8E3E-F36A548AA6D4}"/>
          </ac:spMkLst>
        </pc:spChg>
        <pc:spChg chg="mod">
          <ac:chgData name="sriyoshija chokka" userId="133eccbf48793511" providerId="LiveId" clId="{132EDE56-81FF-46AE-AC23-D683E669FB4F}" dt="2024-04-26T17:41:36.921" v="835" actId="255"/>
          <ac:spMkLst>
            <pc:docMk/>
            <pc:sldMk cId="1222661406" sldId="290"/>
            <ac:spMk id="4" creationId="{5D6594A7-3339-ADFA-F030-C88D2D8F9B38}"/>
          </ac:spMkLst>
        </pc:spChg>
      </pc:sldChg>
      <pc:sldChg chg="addSp delSp modSp new mod">
        <pc:chgData name="sriyoshija chokka" userId="133eccbf48793511" providerId="LiveId" clId="{132EDE56-81FF-46AE-AC23-D683E669FB4F}" dt="2024-04-29T13:49:22.727" v="1243" actId="1076"/>
        <pc:sldMkLst>
          <pc:docMk/>
          <pc:sldMk cId="471310122" sldId="291"/>
        </pc:sldMkLst>
        <pc:spChg chg="del">
          <ac:chgData name="sriyoshija chokka" userId="133eccbf48793511" providerId="LiveId" clId="{132EDE56-81FF-46AE-AC23-D683E669FB4F}" dt="2024-04-27T14:57:26.848" v="869" actId="478"/>
          <ac:spMkLst>
            <pc:docMk/>
            <pc:sldMk cId="471310122" sldId="291"/>
            <ac:spMk id="2" creationId="{9B32C475-AC8F-4684-F393-87BD8C821FCB}"/>
          </ac:spMkLst>
        </pc:spChg>
        <pc:spChg chg="del">
          <ac:chgData name="sriyoshija chokka" userId="133eccbf48793511" providerId="LiveId" clId="{132EDE56-81FF-46AE-AC23-D683E669FB4F}" dt="2024-04-29T13:48:17.420" v="1241" actId="478"/>
          <ac:spMkLst>
            <pc:docMk/>
            <pc:sldMk cId="471310122" sldId="291"/>
            <ac:spMk id="4" creationId="{F5DBFE18-E951-D640-B968-D2212EA77EDB}"/>
          </ac:spMkLst>
        </pc:spChg>
        <pc:picChg chg="add mod">
          <ac:chgData name="sriyoshija chokka" userId="133eccbf48793511" providerId="LiveId" clId="{132EDE56-81FF-46AE-AC23-D683E669FB4F}" dt="2024-04-29T13:49:22.727" v="1243" actId="1076"/>
          <ac:picMkLst>
            <pc:docMk/>
            <pc:sldMk cId="471310122" sldId="291"/>
            <ac:picMk id="5" creationId="{5E5CECC1-BC22-1A7A-D86E-79417523879B}"/>
          </ac:picMkLst>
        </pc:picChg>
      </pc:sldChg>
      <pc:sldChg chg="delSp modSp new mod">
        <pc:chgData name="sriyoshija chokka" userId="133eccbf48793511" providerId="LiveId" clId="{132EDE56-81FF-46AE-AC23-D683E669FB4F}" dt="2024-04-27T14:53:56.690" v="846" actId="255"/>
        <pc:sldMkLst>
          <pc:docMk/>
          <pc:sldMk cId="2232631069" sldId="292"/>
        </pc:sldMkLst>
        <pc:spChg chg="del">
          <ac:chgData name="sriyoshija chokka" userId="133eccbf48793511" providerId="LiveId" clId="{132EDE56-81FF-46AE-AC23-D683E669FB4F}" dt="2024-04-27T14:53:32.833" v="840" actId="478"/>
          <ac:spMkLst>
            <pc:docMk/>
            <pc:sldMk cId="2232631069" sldId="292"/>
            <ac:spMk id="2" creationId="{BAF8166F-3C6D-313D-C964-429CFB0C144B}"/>
          </ac:spMkLst>
        </pc:spChg>
        <pc:spChg chg="mod">
          <ac:chgData name="sriyoshija chokka" userId="133eccbf48793511" providerId="LiveId" clId="{132EDE56-81FF-46AE-AC23-D683E669FB4F}" dt="2024-04-27T14:53:56.690" v="846" actId="255"/>
          <ac:spMkLst>
            <pc:docMk/>
            <pc:sldMk cId="2232631069" sldId="292"/>
            <ac:spMk id="4" creationId="{7804AB92-E959-0817-2974-F2ED71E21342}"/>
          </ac:spMkLst>
        </pc:spChg>
      </pc:sldChg>
      <pc:sldChg chg="addSp delSp modSp new mod">
        <pc:chgData name="sriyoshija chokka" userId="133eccbf48793511" providerId="LiveId" clId="{132EDE56-81FF-46AE-AC23-D683E669FB4F}" dt="2024-04-27T14:56:22.056" v="862" actId="14100"/>
        <pc:sldMkLst>
          <pc:docMk/>
          <pc:sldMk cId="4207932646" sldId="293"/>
        </pc:sldMkLst>
        <pc:spChg chg="del">
          <ac:chgData name="sriyoshija chokka" userId="133eccbf48793511" providerId="LiveId" clId="{132EDE56-81FF-46AE-AC23-D683E669FB4F}" dt="2024-04-27T14:54:18.764" v="848" actId="478"/>
          <ac:spMkLst>
            <pc:docMk/>
            <pc:sldMk cId="4207932646" sldId="293"/>
            <ac:spMk id="2" creationId="{A4FC1379-B159-4FC6-646E-453A68527A90}"/>
          </ac:spMkLst>
        </pc:spChg>
        <pc:spChg chg="del">
          <ac:chgData name="sriyoshija chokka" userId="133eccbf48793511" providerId="LiveId" clId="{132EDE56-81FF-46AE-AC23-D683E669FB4F}" dt="2024-04-27T14:54:23.844" v="849" actId="478"/>
          <ac:spMkLst>
            <pc:docMk/>
            <pc:sldMk cId="4207932646" sldId="293"/>
            <ac:spMk id="4" creationId="{E5593EE7-C1FC-3418-70AD-CAC34FB48ADF}"/>
          </ac:spMkLst>
        </pc:spChg>
        <pc:picChg chg="add mod">
          <ac:chgData name="sriyoshija chokka" userId="133eccbf48793511" providerId="LiveId" clId="{132EDE56-81FF-46AE-AC23-D683E669FB4F}" dt="2024-04-27T14:56:22.056" v="862" actId="14100"/>
          <ac:picMkLst>
            <pc:docMk/>
            <pc:sldMk cId="4207932646" sldId="293"/>
            <ac:picMk id="6" creationId="{E2A7A456-8F8D-B595-04FF-A7AF7E49F3A5}"/>
          </ac:picMkLst>
        </pc:picChg>
      </pc:sldChg>
      <pc:sldChg chg="addSp delSp modSp new mod">
        <pc:chgData name="sriyoshija chokka" userId="133eccbf48793511" providerId="LiveId" clId="{132EDE56-81FF-46AE-AC23-D683E669FB4F}" dt="2024-04-27T14:56:12.671" v="860" actId="14100"/>
        <pc:sldMkLst>
          <pc:docMk/>
          <pc:sldMk cId="1327799216" sldId="294"/>
        </pc:sldMkLst>
        <pc:spChg chg="del">
          <ac:chgData name="sriyoshija chokka" userId="133eccbf48793511" providerId="LiveId" clId="{132EDE56-81FF-46AE-AC23-D683E669FB4F}" dt="2024-04-27T14:55:27.428" v="852" actId="478"/>
          <ac:spMkLst>
            <pc:docMk/>
            <pc:sldMk cId="1327799216" sldId="294"/>
            <ac:spMk id="2" creationId="{B3DA0094-156A-1AC0-4951-2B25CF7FC5B8}"/>
          </ac:spMkLst>
        </pc:spChg>
        <pc:spChg chg="del">
          <ac:chgData name="sriyoshija chokka" userId="133eccbf48793511" providerId="LiveId" clId="{132EDE56-81FF-46AE-AC23-D683E669FB4F}" dt="2024-04-27T14:55:51.459" v="855" actId="478"/>
          <ac:spMkLst>
            <pc:docMk/>
            <pc:sldMk cId="1327799216" sldId="294"/>
            <ac:spMk id="4" creationId="{FCA2BCED-0CBE-A72F-13E8-C5A9A6AC575E}"/>
          </ac:spMkLst>
        </pc:spChg>
        <pc:picChg chg="add mod">
          <ac:chgData name="sriyoshija chokka" userId="133eccbf48793511" providerId="LiveId" clId="{132EDE56-81FF-46AE-AC23-D683E669FB4F}" dt="2024-04-27T14:56:12.671" v="860" actId="14100"/>
          <ac:picMkLst>
            <pc:docMk/>
            <pc:sldMk cId="1327799216" sldId="294"/>
            <ac:picMk id="6" creationId="{F495563A-19B7-A8D4-F71E-4FA89BD766B2}"/>
          </ac:picMkLst>
        </pc:picChg>
      </pc:sldChg>
      <pc:sldChg chg="addSp delSp modSp new mod">
        <pc:chgData name="sriyoshija chokka" userId="133eccbf48793511" providerId="LiveId" clId="{132EDE56-81FF-46AE-AC23-D683E669FB4F}" dt="2024-04-27T14:56:59.653" v="868" actId="14100"/>
        <pc:sldMkLst>
          <pc:docMk/>
          <pc:sldMk cId="593543765" sldId="295"/>
        </pc:sldMkLst>
        <pc:spChg chg="del">
          <ac:chgData name="sriyoshija chokka" userId="133eccbf48793511" providerId="LiveId" clId="{132EDE56-81FF-46AE-AC23-D683E669FB4F}" dt="2024-04-27T14:56:41.970" v="864" actId="478"/>
          <ac:spMkLst>
            <pc:docMk/>
            <pc:sldMk cId="593543765" sldId="295"/>
            <ac:spMk id="2" creationId="{00994B9D-CA58-A9A7-40C2-46196345B9EA}"/>
          </ac:spMkLst>
        </pc:spChg>
        <pc:spChg chg="del">
          <ac:chgData name="sriyoshija chokka" userId="133eccbf48793511" providerId="LiveId" clId="{132EDE56-81FF-46AE-AC23-D683E669FB4F}" dt="2024-04-27T14:56:46.072" v="865" actId="478"/>
          <ac:spMkLst>
            <pc:docMk/>
            <pc:sldMk cId="593543765" sldId="295"/>
            <ac:spMk id="4" creationId="{A16D7BD4-79A9-FC71-837D-F5AF518BAFAF}"/>
          </ac:spMkLst>
        </pc:spChg>
        <pc:picChg chg="add mod">
          <ac:chgData name="sriyoshija chokka" userId="133eccbf48793511" providerId="LiveId" clId="{132EDE56-81FF-46AE-AC23-D683E669FB4F}" dt="2024-04-27T14:56:59.653" v="868" actId="14100"/>
          <ac:picMkLst>
            <pc:docMk/>
            <pc:sldMk cId="593543765" sldId="295"/>
            <ac:picMk id="6" creationId="{0328BF9A-E21F-20A4-9D2A-E8268F458ABA}"/>
          </ac:picMkLst>
        </pc:picChg>
      </pc:sldChg>
      <pc:sldChg chg="delSp modSp new mod">
        <pc:chgData name="sriyoshija chokka" userId="133eccbf48793511" providerId="LiveId" clId="{132EDE56-81FF-46AE-AC23-D683E669FB4F}" dt="2024-04-27T15:00:01.613" v="886" actId="255"/>
        <pc:sldMkLst>
          <pc:docMk/>
          <pc:sldMk cId="4166943236" sldId="296"/>
        </pc:sldMkLst>
        <pc:spChg chg="del">
          <ac:chgData name="sriyoshija chokka" userId="133eccbf48793511" providerId="LiveId" clId="{132EDE56-81FF-46AE-AC23-D683E669FB4F}" dt="2024-04-27T14:59:25.166" v="871" actId="478"/>
          <ac:spMkLst>
            <pc:docMk/>
            <pc:sldMk cId="4166943236" sldId="296"/>
            <ac:spMk id="2" creationId="{38D6D22D-102D-7CB3-DA09-937367372257}"/>
          </ac:spMkLst>
        </pc:spChg>
        <pc:spChg chg="mod">
          <ac:chgData name="sriyoshija chokka" userId="133eccbf48793511" providerId="LiveId" clId="{132EDE56-81FF-46AE-AC23-D683E669FB4F}" dt="2024-04-27T15:00:01.613" v="886" actId="255"/>
          <ac:spMkLst>
            <pc:docMk/>
            <pc:sldMk cId="4166943236" sldId="296"/>
            <ac:spMk id="4" creationId="{5C3F7239-AA12-8513-6B0C-6ECBCD992D0C}"/>
          </ac:spMkLst>
        </pc:spChg>
      </pc:sldChg>
      <pc:sldChg chg="addSp delSp modSp new mod">
        <pc:chgData name="sriyoshija chokka" userId="133eccbf48793511" providerId="LiveId" clId="{132EDE56-81FF-46AE-AC23-D683E669FB4F}" dt="2024-04-27T15:04:15.063" v="957" actId="20577"/>
        <pc:sldMkLst>
          <pc:docMk/>
          <pc:sldMk cId="1649444605" sldId="297"/>
        </pc:sldMkLst>
        <pc:spChg chg="del">
          <ac:chgData name="sriyoshija chokka" userId="133eccbf48793511" providerId="LiveId" clId="{132EDE56-81FF-46AE-AC23-D683E669FB4F}" dt="2024-04-27T15:00:37.770" v="893" actId="478"/>
          <ac:spMkLst>
            <pc:docMk/>
            <pc:sldMk cId="1649444605" sldId="297"/>
            <ac:spMk id="2" creationId="{60EED174-1E40-3901-300A-EBB9658E3F4F}"/>
          </ac:spMkLst>
        </pc:spChg>
        <pc:spChg chg="del">
          <ac:chgData name="sriyoshija chokka" userId="133eccbf48793511" providerId="LiveId" clId="{132EDE56-81FF-46AE-AC23-D683E669FB4F}" dt="2024-04-27T15:01:07.692" v="894" actId="478"/>
          <ac:spMkLst>
            <pc:docMk/>
            <pc:sldMk cId="1649444605" sldId="297"/>
            <ac:spMk id="4" creationId="{6799B2A1-1FBE-E686-A66E-63D026DDED1B}"/>
          </ac:spMkLst>
        </pc:spChg>
        <pc:spChg chg="add mod">
          <ac:chgData name="sriyoshija chokka" userId="133eccbf48793511" providerId="LiveId" clId="{132EDE56-81FF-46AE-AC23-D683E669FB4F}" dt="2024-04-27T15:04:01.350" v="936" actId="207"/>
          <ac:spMkLst>
            <pc:docMk/>
            <pc:sldMk cId="1649444605" sldId="297"/>
            <ac:spMk id="13" creationId="{1D9C0271-1261-05E9-BE58-13B9A8857FA7}"/>
          </ac:spMkLst>
        </pc:spChg>
        <pc:spChg chg="add mod">
          <ac:chgData name="sriyoshija chokka" userId="133eccbf48793511" providerId="LiveId" clId="{132EDE56-81FF-46AE-AC23-D683E669FB4F}" dt="2024-04-27T15:04:15.063" v="957" actId="20577"/>
          <ac:spMkLst>
            <pc:docMk/>
            <pc:sldMk cId="1649444605" sldId="297"/>
            <ac:spMk id="14" creationId="{0A35B544-7028-7A93-9A0E-B98C9787498E}"/>
          </ac:spMkLst>
        </pc:spChg>
        <pc:picChg chg="add del mod">
          <ac:chgData name="sriyoshija chokka" userId="133eccbf48793511" providerId="LiveId" clId="{132EDE56-81FF-46AE-AC23-D683E669FB4F}" dt="2024-04-27T15:01:33.278" v="898" actId="478"/>
          <ac:picMkLst>
            <pc:docMk/>
            <pc:sldMk cId="1649444605" sldId="297"/>
            <ac:picMk id="6" creationId="{D62176B9-CE16-84A9-B17F-7086265C5789}"/>
          </ac:picMkLst>
        </pc:picChg>
        <pc:picChg chg="add del mod">
          <ac:chgData name="sriyoshija chokka" userId="133eccbf48793511" providerId="LiveId" clId="{132EDE56-81FF-46AE-AC23-D683E669FB4F}" dt="2024-04-27T15:01:33.278" v="898" actId="478"/>
          <ac:picMkLst>
            <pc:docMk/>
            <pc:sldMk cId="1649444605" sldId="297"/>
            <ac:picMk id="8" creationId="{77E38AC3-F99E-6979-EE0B-96AD61B53C4E}"/>
          </ac:picMkLst>
        </pc:picChg>
        <pc:picChg chg="add mod">
          <ac:chgData name="sriyoshija chokka" userId="133eccbf48793511" providerId="LiveId" clId="{132EDE56-81FF-46AE-AC23-D683E669FB4F}" dt="2024-04-27T15:03:23.784" v="918" actId="1076"/>
          <ac:picMkLst>
            <pc:docMk/>
            <pc:sldMk cId="1649444605" sldId="297"/>
            <ac:picMk id="10" creationId="{CD76EB82-BEE6-B861-0D36-DBD378854535}"/>
          </ac:picMkLst>
        </pc:picChg>
        <pc:picChg chg="add mod">
          <ac:chgData name="sriyoshija chokka" userId="133eccbf48793511" providerId="LiveId" clId="{132EDE56-81FF-46AE-AC23-D683E669FB4F}" dt="2024-04-27T15:03:28.558" v="919" actId="1076"/>
          <ac:picMkLst>
            <pc:docMk/>
            <pc:sldMk cId="1649444605" sldId="297"/>
            <ac:picMk id="12" creationId="{4643EE84-A852-8C21-5D0F-64D5D9BD6FF7}"/>
          </ac:picMkLst>
        </pc:picChg>
      </pc:sldChg>
      <pc:sldChg chg="addSp delSp modSp new mod">
        <pc:chgData name="sriyoshija chokka" userId="133eccbf48793511" providerId="LiveId" clId="{132EDE56-81FF-46AE-AC23-D683E669FB4F}" dt="2024-04-27T15:16:18.662" v="1121" actId="20577"/>
        <pc:sldMkLst>
          <pc:docMk/>
          <pc:sldMk cId="678122217" sldId="298"/>
        </pc:sldMkLst>
        <pc:spChg chg="del">
          <ac:chgData name="sriyoshija chokka" userId="133eccbf48793511" providerId="LiveId" clId="{132EDE56-81FF-46AE-AC23-D683E669FB4F}" dt="2024-04-27T15:04:52.806" v="959" actId="478"/>
          <ac:spMkLst>
            <pc:docMk/>
            <pc:sldMk cId="678122217" sldId="298"/>
            <ac:spMk id="2" creationId="{DBCC3DDC-7244-D93B-7A02-3CC9D4E8FD6E}"/>
          </ac:spMkLst>
        </pc:spChg>
        <pc:spChg chg="del">
          <ac:chgData name="sriyoshija chokka" userId="133eccbf48793511" providerId="LiveId" clId="{132EDE56-81FF-46AE-AC23-D683E669FB4F}" dt="2024-04-27T15:04:55.435" v="960" actId="478"/>
          <ac:spMkLst>
            <pc:docMk/>
            <pc:sldMk cId="678122217" sldId="298"/>
            <ac:spMk id="4" creationId="{85A3D482-DE43-D994-4194-FD1286EB49C9}"/>
          </ac:spMkLst>
        </pc:spChg>
        <pc:spChg chg="add mod">
          <ac:chgData name="sriyoshija chokka" userId="133eccbf48793511" providerId="LiveId" clId="{132EDE56-81FF-46AE-AC23-D683E669FB4F}" dt="2024-04-27T15:08:02.725" v="1076"/>
          <ac:spMkLst>
            <pc:docMk/>
            <pc:sldMk cId="678122217" sldId="298"/>
            <ac:spMk id="9" creationId="{0AE19E5D-C9BD-B44F-477E-392DEA6CA6C9}"/>
          </ac:spMkLst>
        </pc:spChg>
        <pc:spChg chg="add del mod">
          <ac:chgData name="sriyoshija chokka" userId="133eccbf48793511" providerId="LiveId" clId="{132EDE56-81FF-46AE-AC23-D683E669FB4F}" dt="2024-04-27T15:07:08.407" v="1033"/>
          <ac:spMkLst>
            <pc:docMk/>
            <pc:sldMk cId="678122217" sldId="298"/>
            <ac:spMk id="10" creationId="{32F18DE4-95BB-81D2-FA38-588080250B5F}"/>
          </ac:spMkLst>
        </pc:spChg>
        <pc:spChg chg="add mod">
          <ac:chgData name="sriyoshija chokka" userId="133eccbf48793511" providerId="LiveId" clId="{132EDE56-81FF-46AE-AC23-D683E669FB4F}" dt="2024-04-27T15:16:18.662" v="1121" actId="20577"/>
          <ac:spMkLst>
            <pc:docMk/>
            <pc:sldMk cId="678122217" sldId="298"/>
            <ac:spMk id="11" creationId="{6670F2F5-583E-EE97-0193-1292F7B89575}"/>
          </ac:spMkLst>
        </pc:spChg>
        <pc:picChg chg="add mod">
          <ac:chgData name="sriyoshija chokka" userId="133eccbf48793511" providerId="LiveId" clId="{132EDE56-81FF-46AE-AC23-D683E669FB4F}" dt="2024-04-27T15:05:24.173" v="965" actId="1076"/>
          <ac:picMkLst>
            <pc:docMk/>
            <pc:sldMk cId="678122217" sldId="298"/>
            <ac:picMk id="6" creationId="{7B5745E8-C757-42C8-2FD2-F2106FC5864A}"/>
          </ac:picMkLst>
        </pc:picChg>
        <pc:picChg chg="add mod">
          <ac:chgData name="sriyoshija chokka" userId="133eccbf48793511" providerId="LiveId" clId="{132EDE56-81FF-46AE-AC23-D683E669FB4F}" dt="2024-04-27T15:05:55.650" v="972" actId="14100"/>
          <ac:picMkLst>
            <pc:docMk/>
            <pc:sldMk cId="678122217" sldId="298"/>
            <ac:picMk id="8" creationId="{CC814FB3-A831-D131-DBDF-C34872921391}"/>
          </ac:picMkLst>
        </pc:picChg>
      </pc:sldChg>
      <pc:sldChg chg="addSp delSp modSp new mod">
        <pc:chgData name="sriyoshija chokka" userId="133eccbf48793511" providerId="LiveId" clId="{132EDE56-81FF-46AE-AC23-D683E669FB4F}" dt="2024-04-27T15:18:42.203" v="1177" actId="20577"/>
        <pc:sldMkLst>
          <pc:docMk/>
          <pc:sldMk cId="1293521524" sldId="299"/>
        </pc:sldMkLst>
        <pc:spChg chg="del">
          <ac:chgData name="sriyoshija chokka" userId="133eccbf48793511" providerId="LiveId" clId="{132EDE56-81FF-46AE-AC23-D683E669FB4F}" dt="2024-04-27T15:16:57.877" v="1123" actId="478"/>
          <ac:spMkLst>
            <pc:docMk/>
            <pc:sldMk cId="1293521524" sldId="299"/>
            <ac:spMk id="2" creationId="{08452745-D87D-BB01-8311-0CD3D79FFD06}"/>
          </ac:spMkLst>
        </pc:spChg>
        <pc:spChg chg="del">
          <ac:chgData name="sriyoshija chokka" userId="133eccbf48793511" providerId="LiveId" clId="{132EDE56-81FF-46AE-AC23-D683E669FB4F}" dt="2024-04-27T15:16:59.903" v="1124" actId="478"/>
          <ac:spMkLst>
            <pc:docMk/>
            <pc:sldMk cId="1293521524" sldId="299"/>
            <ac:spMk id="4" creationId="{911C7BEB-8B52-F2B2-509A-EC588BB2F262}"/>
          </ac:spMkLst>
        </pc:spChg>
        <pc:spChg chg="add mod">
          <ac:chgData name="sriyoshija chokka" userId="133eccbf48793511" providerId="LiveId" clId="{132EDE56-81FF-46AE-AC23-D683E669FB4F}" dt="2024-04-27T15:18:42.203" v="1177" actId="20577"/>
          <ac:spMkLst>
            <pc:docMk/>
            <pc:sldMk cId="1293521524" sldId="299"/>
            <ac:spMk id="7" creationId="{53CBD5FC-E40C-1DBE-3D0B-3BE2C70C9B64}"/>
          </ac:spMkLst>
        </pc:spChg>
        <pc:picChg chg="add mod">
          <ac:chgData name="sriyoshija chokka" userId="133eccbf48793511" providerId="LiveId" clId="{132EDE56-81FF-46AE-AC23-D683E669FB4F}" dt="2024-04-27T15:17:35.509" v="1131" actId="14100"/>
          <ac:picMkLst>
            <pc:docMk/>
            <pc:sldMk cId="1293521524" sldId="299"/>
            <ac:picMk id="6" creationId="{319F1298-8CC2-756D-A913-72A12A0A65F9}"/>
          </ac:picMkLst>
        </pc:picChg>
      </pc:sldChg>
      <pc:sldChg chg="delSp modSp new mod">
        <pc:chgData name="sriyoshija chokka" userId="133eccbf48793511" providerId="LiveId" clId="{132EDE56-81FF-46AE-AC23-D683E669FB4F}" dt="2024-04-27T15:21:32.697" v="1197" actId="20577"/>
        <pc:sldMkLst>
          <pc:docMk/>
          <pc:sldMk cId="1351378481" sldId="300"/>
        </pc:sldMkLst>
        <pc:spChg chg="del">
          <ac:chgData name="sriyoshija chokka" userId="133eccbf48793511" providerId="LiveId" clId="{132EDE56-81FF-46AE-AC23-D683E669FB4F}" dt="2024-04-27T15:20:34.219" v="1179" actId="478"/>
          <ac:spMkLst>
            <pc:docMk/>
            <pc:sldMk cId="1351378481" sldId="300"/>
            <ac:spMk id="2" creationId="{9F9A7B53-C81C-AA11-8D45-8C017D414B2D}"/>
          </ac:spMkLst>
        </pc:spChg>
        <pc:spChg chg="mod">
          <ac:chgData name="sriyoshija chokka" userId="133eccbf48793511" providerId="LiveId" clId="{132EDE56-81FF-46AE-AC23-D683E669FB4F}" dt="2024-04-27T15:21:32.697" v="1197" actId="20577"/>
          <ac:spMkLst>
            <pc:docMk/>
            <pc:sldMk cId="1351378481" sldId="300"/>
            <ac:spMk id="4" creationId="{369A910E-5AC9-6EF4-BBB7-AD8FAA354521}"/>
          </ac:spMkLst>
        </pc:spChg>
      </pc:sldChg>
      <pc:sldChg chg="delSp modSp new mod">
        <pc:chgData name="sriyoshija chokka" userId="133eccbf48793511" providerId="LiveId" clId="{132EDE56-81FF-46AE-AC23-D683E669FB4F}" dt="2024-04-27T15:34:39.218" v="1240" actId="20577"/>
        <pc:sldMkLst>
          <pc:docMk/>
          <pc:sldMk cId="453842602" sldId="301"/>
        </pc:sldMkLst>
        <pc:spChg chg="del">
          <ac:chgData name="sriyoshija chokka" userId="133eccbf48793511" providerId="LiveId" clId="{132EDE56-81FF-46AE-AC23-D683E669FB4F}" dt="2024-04-27T15:23:54.360" v="1207" actId="478"/>
          <ac:spMkLst>
            <pc:docMk/>
            <pc:sldMk cId="453842602" sldId="301"/>
            <ac:spMk id="2" creationId="{CC393062-CEED-2427-159F-39F688856876}"/>
          </ac:spMkLst>
        </pc:spChg>
        <pc:spChg chg="mod">
          <ac:chgData name="sriyoshija chokka" userId="133eccbf48793511" providerId="LiveId" clId="{132EDE56-81FF-46AE-AC23-D683E669FB4F}" dt="2024-04-27T15:34:39.218" v="1240" actId="20577"/>
          <ac:spMkLst>
            <pc:docMk/>
            <pc:sldMk cId="453842602" sldId="301"/>
            <ac:spMk id="4" creationId="{76CEC6A9-3C8D-A2A8-A126-A76238500F5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A194E2-31CF-40A8-87FA-ED86054AEB74}"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IN"/>
        </a:p>
      </dgm:t>
    </dgm:pt>
    <dgm:pt modelId="{0008A612-F25D-41C0-AB3E-B8EA9B511CED}">
      <dgm:prSet custT="1"/>
      <dgm:spPr/>
      <dgm:t>
        <a:bodyPr/>
        <a:lstStyle/>
        <a:p>
          <a:r>
            <a:rPr lang="en-US" sz="2000" dirty="0">
              <a:solidFill>
                <a:schemeClr val="bg1">
                  <a:lumMod val="95000"/>
                </a:schemeClr>
              </a:solidFill>
            </a:rPr>
            <a:t>Abstract</a:t>
          </a:r>
          <a:endParaRPr lang="en-IN" sz="2000" dirty="0">
            <a:solidFill>
              <a:schemeClr val="bg1">
                <a:lumMod val="95000"/>
              </a:schemeClr>
            </a:solidFill>
          </a:endParaRPr>
        </a:p>
      </dgm:t>
    </dgm:pt>
    <dgm:pt modelId="{E870EFF7-8F50-4F5E-978A-BC77DDBA78F7}" type="parTrans" cxnId="{9A83A153-1CAA-4884-AA48-1AE71EFDCABC}">
      <dgm:prSet/>
      <dgm:spPr/>
      <dgm:t>
        <a:bodyPr/>
        <a:lstStyle/>
        <a:p>
          <a:endParaRPr lang="en-IN"/>
        </a:p>
      </dgm:t>
    </dgm:pt>
    <dgm:pt modelId="{38850EBC-CCA7-47C2-9826-335D6E132237}" type="sibTrans" cxnId="{9A83A153-1CAA-4884-AA48-1AE71EFDCABC}">
      <dgm:prSet/>
      <dgm:spPr/>
      <dgm:t>
        <a:bodyPr/>
        <a:lstStyle/>
        <a:p>
          <a:endParaRPr lang="en-IN"/>
        </a:p>
      </dgm:t>
    </dgm:pt>
    <dgm:pt modelId="{67CDB3F5-F058-44F6-A017-D8EB738AE4CB}">
      <dgm:prSet/>
      <dgm:spPr/>
      <dgm:t>
        <a:bodyPr/>
        <a:lstStyle/>
        <a:p>
          <a:r>
            <a:rPr lang="en-US" dirty="0">
              <a:solidFill>
                <a:schemeClr val="bg1">
                  <a:lumMod val="95000"/>
                </a:schemeClr>
              </a:solidFill>
            </a:rPr>
            <a:t>Class diagram </a:t>
          </a:r>
          <a:endParaRPr lang="en-IN" dirty="0">
            <a:solidFill>
              <a:schemeClr val="bg1">
                <a:lumMod val="95000"/>
              </a:schemeClr>
            </a:solidFill>
          </a:endParaRPr>
        </a:p>
      </dgm:t>
    </dgm:pt>
    <dgm:pt modelId="{B183C68D-428E-450F-A10C-6CD0EB40A439}" type="parTrans" cxnId="{88C6BB9B-4D8B-4E86-9BB0-92680FB39405}">
      <dgm:prSet/>
      <dgm:spPr/>
      <dgm:t>
        <a:bodyPr/>
        <a:lstStyle/>
        <a:p>
          <a:endParaRPr lang="en-IN"/>
        </a:p>
      </dgm:t>
    </dgm:pt>
    <dgm:pt modelId="{24C2FDE8-A4F8-4FF3-82C8-68690E2E4FFC}" type="sibTrans" cxnId="{88C6BB9B-4D8B-4E86-9BB0-92680FB39405}">
      <dgm:prSet/>
      <dgm:spPr/>
      <dgm:t>
        <a:bodyPr/>
        <a:lstStyle/>
        <a:p>
          <a:endParaRPr lang="en-IN"/>
        </a:p>
      </dgm:t>
    </dgm:pt>
    <dgm:pt modelId="{6B522813-4ABD-4F71-9A19-A0FAB88A5B74}">
      <dgm:prSet custT="1"/>
      <dgm:spPr/>
      <dgm:t>
        <a:bodyPr/>
        <a:lstStyle/>
        <a:p>
          <a:r>
            <a:rPr lang="en-US" sz="2000" dirty="0">
              <a:solidFill>
                <a:schemeClr val="bg1">
                  <a:lumMod val="95000"/>
                </a:schemeClr>
              </a:solidFill>
            </a:rPr>
            <a:t>Code</a:t>
          </a:r>
          <a:endParaRPr lang="en-IN" sz="2000" dirty="0">
            <a:solidFill>
              <a:schemeClr val="bg1">
                <a:lumMod val="95000"/>
              </a:schemeClr>
            </a:solidFill>
          </a:endParaRPr>
        </a:p>
      </dgm:t>
    </dgm:pt>
    <dgm:pt modelId="{7EB1C67C-CFD0-40D1-BA76-6916EC0A5A37}" type="parTrans" cxnId="{C5446D02-628D-4F15-8533-1BA234F04D43}">
      <dgm:prSet/>
      <dgm:spPr/>
      <dgm:t>
        <a:bodyPr/>
        <a:lstStyle/>
        <a:p>
          <a:endParaRPr lang="en-IN"/>
        </a:p>
      </dgm:t>
    </dgm:pt>
    <dgm:pt modelId="{5AB6AD56-DF74-4096-AB4B-4156C87396BA}" type="sibTrans" cxnId="{C5446D02-628D-4F15-8533-1BA234F04D43}">
      <dgm:prSet/>
      <dgm:spPr/>
      <dgm:t>
        <a:bodyPr/>
        <a:lstStyle/>
        <a:p>
          <a:endParaRPr lang="en-IN"/>
        </a:p>
      </dgm:t>
    </dgm:pt>
    <dgm:pt modelId="{428DBCCC-D109-4BA1-AD0E-615344209035}">
      <dgm:prSet/>
      <dgm:spPr/>
      <dgm:t>
        <a:bodyPr/>
        <a:lstStyle/>
        <a:p>
          <a:r>
            <a:rPr lang="en-US" dirty="0">
              <a:solidFill>
                <a:schemeClr val="bg1">
                  <a:lumMod val="95000"/>
                </a:schemeClr>
              </a:solidFill>
            </a:rPr>
            <a:t>Execution</a:t>
          </a:r>
          <a:endParaRPr lang="en-IN" dirty="0">
            <a:solidFill>
              <a:schemeClr val="bg1">
                <a:lumMod val="95000"/>
              </a:schemeClr>
            </a:solidFill>
          </a:endParaRPr>
        </a:p>
      </dgm:t>
    </dgm:pt>
    <dgm:pt modelId="{284A14D9-4479-4BC7-84A5-4C2990FAC0EC}" type="parTrans" cxnId="{C8F27FA5-B2DB-4DDF-8AD2-EE387835DC04}">
      <dgm:prSet/>
      <dgm:spPr/>
      <dgm:t>
        <a:bodyPr/>
        <a:lstStyle/>
        <a:p>
          <a:endParaRPr lang="en-IN"/>
        </a:p>
      </dgm:t>
    </dgm:pt>
    <dgm:pt modelId="{0E71E963-7D5A-49B4-8FF4-2ADE2CB4C300}" type="sibTrans" cxnId="{C8F27FA5-B2DB-4DDF-8AD2-EE387835DC04}">
      <dgm:prSet/>
      <dgm:spPr/>
      <dgm:t>
        <a:bodyPr/>
        <a:lstStyle/>
        <a:p>
          <a:endParaRPr lang="en-IN"/>
        </a:p>
      </dgm:t>
    </dgm:pt>
    <dgm:pt modelId="{69362016-602D-4579-BB92-CD2C70F05F4A}">
      <dgm:prSet/>
      <dgm:spPr/>
      <dgm:t>
        <a:bodyPr/>
        <a:lstStyle/>
        <a:p>
          <a:r>
            <a:rPr lang="en-US" dirty="0">
              <a:solidFill>
                <a:schemeClr val="bg1">
                  <a:lumMod val="95000"/>
                </a:schemeClr>
              </a:solidFill>
            </a:rPr>
            <a:t>Project Report</a:t>
          </a:r>
          <a:endParaRPr lang="en-IN" dirty="0">
            <a:solidFill>
              <a:schemeClr val="bg1">
                <a:lumMod val="95000"/>
              </a:schemeClr>
            </a:solidFill>
          </a:endParaRPr>
        </a:p>
      </dgm:t>
    </dgm:pt>
    <dgm:pt modelId="{53884233-8E76-49AA-937D-CE74D866E862}" type="parTrans" cxnId="{D51BF8EE-C279-42DE-AA1E-6B9CDEE7F5DD}">
      <dgm:prSet/>
      <dgm:spPr/>
      <dgm:t>
        <a:bodyPr/>
        <a:lstStyle/>
        <a:p>
          <a:endParaRPr lang="en-IN"/>
        </a:p>
      </dgm:t>
    </dgm:pt>
    <dgm:pt modelId="{250349C2-2B35-411A-930B-5F69AC2E19F5}" type="sibTrans" cxnId="{D51BF8EE-C279-42DE-AA1E-6B9CDEE7F5DD}">
      <dgm:prSet/>
      <dgm:spPr/>
      <dgm:t>
        <a:bodyPr/>
        <a:lstStyle/>
        <a:p>
          <a:endParaRPr lang="en-IN"/>
        </a:p>
      </dgm:t>
    </dgm:pt>
    <dgm:pt modelId="{CCAE9398-6182-4551-BCF7-D24234B42DC2}" type="pres">
      <dgm:prSet presAssocID="{4CA194E2-31CF-40A8-87FA-ED86054AEB74}" presName="Name0" presStyleCnt="0">
        <dgm:presLayoutVars>
          <dgm:dir/>
          <dgm:resizeHandles val="exact"/>
        </dgm:presLayoutVars>
      </dgm:prSet>
      <dgm:spPr/>
    </dgm:pt>
    <dgm:pt modelId="{E4344872-0C96-4AD9-B305-13260EE154CF}" type="pres">
      <dgm:prSet presAssocID="{4CA194E2-31CF-40A8-87FA-ED86054AEB74}" presName="arrow" presStyleLbl="bgShp" presStyleIdx="0" presStyleCnt="1"/>
      <dgm:spPr/>
    </dgm:pt>
    <dgm:pt modelId="{1D673E60-2C44-429E-A273-452FD1985D94}" type="pres">
      <dgm:prSet presAssocID="{4CA194E2-31CF-40A8-87FA-ED86054AEB74}" presName="points" presStyleCnt="0"/>
      <dgm:spPr/>
    </dgm:pt>
    <dgm:pt modelId="{97C13CB2-1282-4FBB-8B9D-512DE7787C6B}" type="pres">
      <dgm:prSet presAssocID="{0008A612-F25D-41C0-AB3E-B8EA9B511CED}" presName="compositeA" presStyleCnt="0"/>
      <dgm:spPr/>
    </dgm:pt>
    <dgm:pt modelId="{F5466B31-7AF2-4364-93B6-7F35E494E516}" type="pres">
      <dgm:prSet presAssocID="{0008A612-F25D-41C0-AB3E-B8EA9B511CED}" presName="textA" presStyleLbl="revTx" presStyleIdx="0" presStyleCnt="5">
        <dgm:presLayoutVars>
          <dgm:bulletEnabled val="1"/>
        </dgm:presLayoutVars>
      </dgm:prSet>
      <dgm:spPr/>
    </dgm:pt>
    <dgm:pt modelId="{43FB59B8-464C-4E75-931A-21D0F3CF7F8D}" type="pres">
      <dgm:prSet presAssocID="{0008A612-F25D-41C0-AB3E-B8EA9B511CED}" presName="circleA" presStyleLbl="node1" presStyleIdx="0" presStyleCnt="5"/>
      <dgm:spPr/>
    </dgm:pt>
    <dgm:pt modelId="{A1C7E8DE-AC84-4963-B3C1-B172FB78FC4F}" type="pres">
      <dgm:prSet presAssocID="{0008A612-F25D-41C0-AB3E-B8EA9B511CED}" presName="spaceA" presStyleCnt="0"/>
      <dgm:spPr/>
    </dgm:pt>
    <dgm:pt modelId="{3E0C1DA7-8ADB-4273-BDAC-C0227F6EF3BC}" type="pres">
      <dgm:prSet presAssocID="{38850EBC-CCA7-47C2-9826-335D6E132237}" presName="space" presStyleCnt="0"/>
      <dgm:spPr/>
    </dgm:pt>
    <dgm:pt modelId="{095A07E3-0A8F-4829-8A33-62819F9BF499}" type="pres">
      <dgm:prSet presAssocID="{67CDB3F5-F058-44F6-A017-D8EB738AE4CB}" presName="compositeB" presStyleCnt="0"/>
      <dgm:spPr/>
    </dgm:pt>
    <dgm:pt modelId="{E4590748-708E-4590-BB53-9B22E5C1D4E9}" type="pres">
      <dgm:prSet presAssocID="{67CDB3F5-F058-44F6-A017-D8EB738AE4CB}" presName="textB" presStyleLbl="revTx" presStyleIdx="1" presStyleCnt="5">
        <dgm:presLayoutVars>
          <dgm:bulletEnabled val="1"/>
        </dgm:presLayoutVars>
      </dgm:prSet>
      <dgm:spPr/>
    </dgm:pt>
    <dgm:pt modelId="{C9A1C794-4270-4FFD-B283-42266F02FB71}" type="pres">
      <dgm:prSet presAssocID="{67CDB3F5-F058-44F6-A017-D8EB738AE4CB}" presName="circleB" presStyleLbl="node1" presStyleIdx="1" presStyleCnt="5"/>
      <dgm:spPr/>
    </dgm:pt>
    <dgm:pt modelId="{625A84E2-68ED-4F87-B042-52F26D742EB9}" type="pres">
      <dgm:prSet presAssocID="{67CDB3F5-F058-44F6-A017-D8EB738AE4CB}" presName="spaceB" presStyleCnt="0"/>
      <dgm:spPr/>
    </dgm:pt>
    <dgm:pt modelId="{13C6C539-3149-4EC8-B35B-6AF0767A6D06}" type="pres">
      <dgm:prSet presAssocID="{24C2FDE8-A4F8-4FF3-82C8-68690E2E4FFC}" presName="space" presStyleCnt="0"/>
      <dgm:spPr/>
    </dgm:pt>
    <dgm:pt modelId="{8443557F-AA85-4EAC-93A8-CD62E0935661}" type="pres">
      <dgm:prSet presAssocID="{6B522813-4ABD-4F71-9A19-A0FAB88A5B74}" presName="compositeA" presStyleCnt="0"/>
      <dgm:spPr/>
    </dgm:pt>
    <dgm:pt modelId="{F516CF8F-A3AE-4948-BFC3-2BC1C2D130B4}" type="pres">
      <dgm:prSet presAssocID="{6B522813-4ABD-4F71-9A19-A0FAB88A5B74}" presName="textA" presStyleLbl="revTx" presStyleIdx="2" presStyleCnt="5">
        <dgm:presLayoutVars>
          <dgm:bulletEnabled val="1"/>
        </dgm:presLayoutVars>
      </dgm:prSet>
      <dgm:spPr/>
    </dgm:pt>
    <dgm:pt modelId="{19BE6BA4-74F9-403E-BE36-F4329C990719}" type="pres">
      <dgm:prSet presAssocID="{6B522813-4ABD-4F71-9A19-A0FAB88A5B74}" presName="circleA" presStyleLbl="node1" presStyleIdx="2" presStyleCnt="5"/>
      <dgm:spPr/>
    </dgm:pt>
    <dgm:pt modelId="{BE58E339-1BF2-4D0E-984B-B8CCE49F1FD3}" type="pres">
      <dgm:prSet presAssocID="{6B522813-4ABD-4F71-9A19-A0FAB88A5B74}" presName="spaceA" presStyleCnt="0"/>
      <dgm:spPr/>
    </dgm:pt>
    <dgm:pt modelId="{290B6F3B-739D-4EFB-A4C2-A38001AFFB40}" type="pres">
      <dgm:prSet presAssocID="{5AB6AD56-DF74-4096-AB4B-4156C87396BA}" presName="space" presStyleCnt="0"/>
      <dgm:spPr/>
    </dgm:pt>
    <dgm:pt modelId="{982C97E4-BDDE-4750-95EF-843D3EFEBE14}" type="pres">
      <dgm:prSet presAssocID="{428DBCCC-D109-4BA1-AD0E-615344209035}" presName="compositeB" presStyleCnt="0"/>
      <dgm:spPr/>
    </dgm:pt>
    <dgm:pt modelId="{36F83253-897E-462D-BB4F-3C8ED4E76A20}" type="pres">
      <dgm:prSet presAssocID="{428DBCCC-D109-4BA1-AD0E-615344209035}" presName="textB" presStyleLbl="revTx" presStyleIdx="3" presStyleCnt="5">
        <dgm:presLayoutVars>
          <dgm:bulletEnabled val="1"/>
        </dgm:presLayoutVars>
      </dgm:prSet>
      <dgm:spPr/>
    </dgm:pt>
    <dgm:pt modelId="{9CDA53E6-0D0B-44BD-A8CD-69B1369C6110}" type="pres">
      <dgm:prSet presAssocID="{428DBCCC-D109-4BA1-AD0E-615344209035}" presName="circleB" presStyleLbl="node1" presStyleIdx="3" presStyleCnt="5"/>
      <dgm:spPr/>
    </dgm:pt>
    <dgm:pt modelId="{951A5BDE-C6FA-43E3-B72D-0163A7270000}" type="pres">
      <dgm:prSet presAssocID="{428DBCCC-D109-4BA1-AD0E-615344209035}" presName="spaceB" presStyleCnt="0"/>
      <dgm:spPr/>
    </dgm:pt>
    <dgm:pt modelId="{613A09EC-09D1-4ED2-825C-AF54C81C0B7A}" type="pres">
      <dgm:prSet presAssocID="{0E71E963-7D5A-49B4-8FF4-2ADE2CB4C300}" presName="space" presStyleCnt="0"/>
      <dgm:spPr/>
    </dgm:pt>
    <dgm:pt modelId="{423AA3AC-3D08-43AE-9F31-2EB12EBAA3D7}" type="pres">
      <dgm:prSet presAssocID="{69362016-602D-4579-BB92-CD2C70F05F4A}" presName="compositeA" presStyleCnt="0"/>
      <dgm:spPr/>
    </dgm:pt>
    <dgm:pt modelId="{9D4DF9CB-6E37-4DA0-B6CB-3C87EF7F7BCA}" type="pres">
      <dgm:prSet presAssocID="{69362016-602D-4579-BB92-CD2C70F05F4A}" presName="textA" presStyleLbl="revTx" presStyleIdx="4" presStyleCnt="5" custScaleX="97774">
        <dgm:presLayoutVars>
          <dgm:bulletEnabled val="1"/>
        </dgm:presLayoutVars>
      </dgm:prSet>
      <dgm:spPr/>
    </dgm:pt>
    <dgm:pt modelId="{E46162A6-C1F7-43CF-8D0B-6693599A9781}" type="pres">
      <dgm:prSet presAssocID="{69362016-602D-4579-BB92-CD2C70F05F4A}" presName="circleA" presStyleLbl="node1" presStyleIdx="4" presStyleCnt="5"/>
      <dgm:spPr/>
    </dgm:pt>
    <dgm:pt modelId="{07F9C333-80D2-4EB9-A466-5B261E9035BF}" type="pres">
      <dgm:prSet presAssocID="{69362016-602D-4579-BB92-CD2C70F05F4A}" presName="spaceA" presStyleCnt="0"/>
      <dgm:spPr/>
    </dgm:pt>
  </dgm:ptLst>
  <dgm:cxnLst>
    <dgm:cxn modelId="{D934C700-7235-4C3D-84EF-B73DA4C8BD8B}" type="presOf" srcId="{69362016-602D-4579-BB92-CD2C70F05F4A}" destId="{9D4DF9CB-6E37-4DA0-B6CB-3C87EF7F7BCA}" srcOrd="0" destOrd="0" presId="urn:microsoft.com/office/officeart/2005/8/layout/hProcess11"/>
    <dgm:cxn modelId="{C5446D02-628D-4F15-8533-1BA234F04D43}" srcId="{4CA194E2-31CF-40A8-87FA-ED86054AEB74}" destId="{6B522813-4ABD-4F71-9A19-A0FAB88A5B74}" srcOrd="2" destOrd="0" parTransId="{7EB1C67C-CFD0-40D1-BA76-6916EC0A5A37}" sibTransId="{5AB6AD56-DF74-4096-AB4B-4156C87396BA}"/>
    <dgm:cxn modelId="{70E07933-509A-44E5-9A74-D0DBB6F08BA6}" type="presOf" srcId="{428DBCCC-D109-4BA1-AD0E-615344209035}" destId="{36F83253-897E-462D-BB4F-3C8ED4E76A20}" srcOrd="0" destOrd="0" presId="urn:microsoft.com/office/officeart/2005/8/layout/hProcess11"/>
    <dgm:cxn modelId="{428C2151-1823-4437-AB0D-4494153930AA}" type="presOf" srcId="{4CA194E2-31CF-40A8-87FA-ED86054AEB74}" destId="{CCAE9398-6182-4551-BCF7-D24234B42DC2}" srcOrd="0" destOrd="0" presId="urn:microsoft.com/office/officeart/2005/8/layout/hProcess11"/>
    <dgm:cxn modelId="{9A83A153-1CAA-4884-AA48-1AE71EFDCABC}" srcId="{4CA194E2-31CF-40A8-87FA-ED86054AEB74}" destId="{0008A612-F25D-41C0-AB3E-B8EA9B511CED}" srcOrd="0" destOrd="0" parTransId="{E870EFF7-8F50-4F5E-978A-BC77DDBA78F7}" sibTransId="{38850EBC-CCA7-47C2-9826-335D6E132237}"/>
    <dgm:cxn modelId="{A8946578-96DE-48EC-9D14-D83B3A82B36B}" type="presOf" srcId="{0008A612-F25D-41C0-AB3E-B8EA9B511CED}" destId="{F5466B31-7AF2-4364-93B6-7F35E494E516}" srcOrd="0" destOrd="0" presId="urn:microsoft.com/office/officeart/2005/8/layout/hProcess11"/>
    <dgm:cxn modelId="{88C6BB9B-4D8B-4E86-9BB0-92680FB39405}" srcId="{4CA194E2-31CF-40A8-87FA-ED86054AEB74}" destId="{67CDB3F5-F058-44F6-A017-D8EB738AE4CB}" srcOrd="1" destOrd="0" parTransId="{B183C68D-428E-450F-A10C-6CD0EB40A439}" sibTransId="{24C2FDE8-A4F8-4FF3-82C8-68690E2E4FFC}"/>
    <dgm:cxn modelId="{C8F27FA5-B2DB-4DDF-8AD2-EE387835DC04}" srcId="{4CA194E2-31CF-40A8-87FA-ED86054AEB74}" destId="{428DBCCC-D109-4BA1-AD0E-615344209035}" srcOrd="3" destOrd="0" parTransId="{284A14D9-4479-4BC7-84A5-4C2990FAC0EC}" sibTransId="{0E71E963-7D5A-49B4-8FF4-2ADE2CB4C300}"/>
    <dgm:cxn modelId="{F2D67DCB-C819-411D-90FB-3697ED06EA57}" type="presOf" srcId="{67CDB3F5-F058-44F6-A017-D8EB738AE4CB}" destId="{E4590748-708E-4590-BB53-9B22E5C1D4E9}" srcOrd="0" destOrd="0" presId="urn:microsoft.com/office/officeart/2005/8/layout/hProcess11"/>
    <dgm:cxn modelId="{D51BF8EE-C279-42DE-AA1E-6B9CDEE7F5DD}" srcId="{4CA194E2-31CF-40A8-87FA-ED86054AEB74}" destId="{69362016-602D-4579-BB92-CD2C70F05F4A}" srcOrd="4" destOrd="0" parTransId="{53884233-8E76-49AA-937D-CE74D866E862}" sibTransId="{250349C2-2B35-411A-930B-5F69AC2E19F5}"/>
    <dgm:cxn modelId="{9FF271F8-832F-42B3-8909-7FEE93A764EE}" type="presOf" srcId="{6B522813-4ABD-4F71-9A19-A0FAB88A5B74}" destId="{F516CF8F-A3AE-4948-BFC3-2BC1C2D130B4}" srcOrd="0" destOrd="0" presId="urn:microsoft.com/office/officeart/2005/8/layout/hProcess11"/>
    <dgm:cxn modelId="{703EAEBE-9FC2-435E-82BF-FC086A73459A}" type="presParOf" srcId="{CCAE9398-6182-4551-BCF7-D24234B42DC2}" destId="{E4344872-0C96-4AD9-B305-13260EE154CF}" srcOrd="0" destOrd="0" presId="urn:microsoft.com/office/officeart/2005/8/layout/hProcess11"/>
    <dgm:cxn modelId="{52C80C7A-DBAF-4352-8335-ABAC78CDE956}" type="presParOf" srcId="{CCAE9398-6182-4551-BCF7-D24234B42DC2}" destId="{1D673E60-2C44-429E-A273-452FD1985D94}" srcOrd="1" destOrd="0" presId="urn:microsoft.com/office/officeart/2005/8/layout/hProcess11"/>
    <dgm:cxn modelId="{B6F0DAC9-1EE8-49D5-BED2-4814330D48B3}" type="presParOf" srcId="{1D673E60-2C44-429E-A273-452FD1985D94}" destId="{97C13CB2-1282-4FBB-8B9D-512DE7787C6B}" srcOrd="0" destOrd="0" presId="urn:microsoft.com/office/officeart/2005/8/layout/hProcess11"/>
    <dgm:cxn modelId="{DBE47E6B-A54A-47E6-A4EE-05C9CF92A5F4}" type="presParOf" srcId="{97C13CB2-1282-4FBB-8B9D-512DE7787C6B}" destId="{F5466B31-7AF2-4364-93B6-7F35E494E516}" srcOrd="0" destOrd="0" presId="urn:microsoft.com/office/officeart/2005/8/layout/hProcess11"/>
    <dgm:cxn modelId="{17D1CA4D-905F-4B67-8297-08A6810574B8}" type="presParOf" srcId="{97C13CB2-1282-4FBB-8B9D-512DE7787C6B}" destId="{43FB59B8-464C-4E75-931A-21D0F3CF7F8D}" srcOrd="1" destOrd="0" presId="urn:microsoft.com/office/officeart/2005/8/layout/hProcess11"/>
    <dgm:cxn modelId="{E3451547-2377-4AD8-9E36-BD71876BAEF7}" type="presParOf" srcId="{97C13CB2-1282-4FBB-8B9D-512DE7787C6B}" destId="{A1C7E8DE-AC84-4963-B3C1-B172FB78FC4F}" srcOrd="2" destOrd="0" presId="urn:microsoft.com/office/officeart/2005/8/layout/hProcess11"/>
    <dgm:cxn modelId="{90323796-F0E8-489C-9668-DE102EA5CD41}" type="presParOf" srcId="{1D673E60-2C44-429E-A273-452FD1985D94}" destId="{3E0C1DA7-8ADB-4273-BDAC-C0227F6EF3BC}" srcOrd="1" destOrd="0" presId="urn:microsoft.com/office/officeart/2005/8/layout/hProcess11"/>
    <dgm:cxn modelId="{A0CFCB1D-34D3-4702-A65B-8EEF1A2D6FB2}" type="presParOf" srcId="{1D673E60-2C44-429E-A273-452FD1985D94}" destId="{095A07E3-0A8F-4829-8A33-62819F9BF499}" srcOrd="2" destOrd="0" presId="urn:microsoft.com/office/officeart/2005/8/layout/hProcess11"/>
    <dgm:cxn modelId="{617E6954-538E-40AB-89A3-83EFDFBF56D1}" type="presParOf" srcId="{095A07E3-0A8F-4829-8A33-62819F9BF499}" destId="{E4590748-708E-4590-BB53-9B22E5C1D4E9}" srcOrd="0" destOrd="0" presId="urn:microsoft.com/office/officeart/2005/8/layout/hProcess11"/>
    <dgm:cxn modelId="{A3B3EA69-E4AE-4FBE-B93E-E5D8F4148056}" type="presParOf" srcId="{095A07E3-0A8F-4829-8A33-62819F9BF499}" destId="{C9A1C794-4270-4FFD-B283-42266F02FB71}" srcOrd="1" destOrd="0" presId="urn:microsoft.com/office/officeart/2005/8/layout/hProcess11"/>
    <dgm:cxn modelId="{58A66791-C036-44D0-84E0-133F2E6CA59E}" type="presParOf" srcId="{095A07E3-0A8F-4829-8A33-62819F9BF499}" destId="{625A84E2-68ED-4F87-B042-52F26D742EB9}" srcOrd="2" destOrd="0" presId="urn:microsoft.com/office/officeart/2005/8/layout/hProcess11"/>
    <dgm:cxn modelId="{CE7E3EAC-65E6-4BE6-BB15-38B8C7A21F92}" type="presParOf" srcId="{1D673E60-2C44-429E-A273-452FD1985D94}" destId="{13C6C539-3149-4EC8-B35B-6AF0767A6D06}" srcOrd="3" destOrd="0" presId="urn:microsoft.com/office/officeart/2005/8/layout/hProcess11"/>
    <dgm:cxn modelId="{9BAF8A0B-48EB-4FA6-8AB1-BA141505E190}" type="presParOf" srcId="{1D673E60-2C44-429E-A273-452FD1985D94}" destId="{8443557F-AA85-4EAC-93A8-CD62E0935661}" srcOrd="4" destOrd="0" presId="urn:microsoft.com/office/officeart/2005/8/layout/hProcess11"/>
    <dgm:cxn modelId="{5CBA96C4-7D69-4E1B-B72C-5FC3F9F29884}" type="presParOf" srcId="{8443557F-AA85-4EAC-93A8-CD62E0935661}" destId="{F516CF8F-A3AE-4948-BFC3-2BC1C2D130B4}" srcOrd="0" destOrd="0" presId="urn:microsoft.com/office/officeart/2005/8/layout/hProcess11"/>
    <dgm:cxn modelId="{19C302C6-43CD-4EC7-AEE1-7C7D9FD2D506}" type="presParOf" srcId="{8443557F-AA85-4EAC-93A8-CD62E0935661}" destId="{19BE6BA4-74F9-403E-BE36-F4329C990719}" srcOrd="1" destOrd="0" presId="urn:microsoft.com/office/officeart/2005/8/layout/hProcess11"/>
    <dgm:cxn modelId="{D3A704C8-24CD-496B-A7C0-35526582FDC9}" type="presParOf" srcId="{8443557F-AA85-4EAC-93A8-CD62E0935661}" destId="{BE58E339-1BF2-4D0E-984B-B8CCE49F1FD3}" srcOrd="2" destOrd="0" presId="urn:microsoft.com/office/officeart/2005/8/layout/hProcess11"/>
    <dgm:cxn modelId="{7A91A935-D379-4C8B-970B-79A269754234}" type="presParOf" srcId="{1D673E60-2C44-429E-A273-452FD1985D94}" destId="{290B6F3B-739D-4EFB-A4C2-A38001AFFB40}" srcOrd="5" destOrd="0" presId="urn:microsoft.com/office/officeart/2005/8/layout/hProcess11"/>
    <dgm:cxn modelId="{6678F5DD-D123-4758-AAA1-F2E734A687BD}" type="presParOf" srcId="{1D673E60-2C44-429E-A273-452FD1985D94}" destId="{982C97E4-BDDE-4750-95EF-843D3EFEBE14}" srcOrd="6" destOrd="0" presId="urn:microsoft.com/office/officeart/2005/8/layout/hProcess11"/>
    <dgm:cxn modelId="{768675B0-F8CE-4106-B991-3B72A512CD7B}" type="presParOf" srcId="{982C97E4-BDDE-4750-95EF-843D3EFEBE14}" destId="{36F83253-897E-462D-BB4F-3C8ED4E76A20}" srcOrd="0" destOrd="0" presId="urn:microsoft.com/office/officeart/2005/8/layout/hProcess11"/>
    <dgm:cxn modelId="{09475C2B-F818-483C-9C4E-EE693923EDC2}" type="presParOf" srcId="{982C97E4-BDDE-4750-95EF-843D3EFEBE14}" destId="{9CDA53E6-0D0B-44BD-A8CD-69B1369C6110}" srcOrd="1" destOrd="0" presId="urn:microsoft.com/office/officeart/2005/8/layout/hProcess11"/>
    <dgm:cxn modelId="{7F195828-F510-4993-8EEC-498FB883E34E}" type="presParOf" srcId="{982C97E4-BDDE-4750-95EF-843D3EFEBE14}" destId="{951A5BDE-C6FA-43E3-B72D-0163A7270000}" srcOrd="2" destOrd="0" presId="urn:microsoft.com/office/officeart/2005/8/layout/hProcess11"/>
    <dgm:cxn modelId="{DD33D343-954E-48AF-B171-1B25DB28424F}" type="presParOf" srcId="{1D673E60-2C44-429E-A273-452FD1985D94}" destId="{613A09EC-09D1-4ED2-825C-AF54C81C0B7A}" srcOrd="7" destOrd="0" presId="urn:microsoft.com/office/officeart/2005/8/layout/hProcess11"/>
    <dgm:cxn modelId="{FDD20926-0AE6-4A37-8FF0-65BEC6AA3DA9}" type="presParOf" srcId="{1D673E60-2C44-429E-A273-452FD1985D94}" destId="{423AA3AC-3D08-43AE-9F31-2EB12EBAA3D7}" srcOrd="8" destOrd="0" presId="urn:microsoft.com/office/officeart/2005/8/layout/hProcess11"/>
    <dgm:cxn modelId="{FDFB213F-C894-4FB1-B404-0C4966CEDD07}" type="presParOf" srcId="{423AA3AC-3D08-43AE-9F31-2EB12EBAA3D7}" destId="{9D4DF9CB-6E37-4DA0-B6CB-3C87EF7F7BCA}" srcOrd="0" destOrd="0" presId="urn:microsoft.com/office/officeart/2005/8/layout/hProcess11"/>
    <dgm:cxn modelId="{09C979E1-8AC5-47BD-8378-5CB9034D29AD}" type="presParOf" srcId="{423AA3AC-3D08-43AE-9F31-2EB12EBAA3D7}" destId="{E46162A6-C1F7-43CF-8D0B-6693599A9781}" srcOrd="1" destOrd="0" presId="urn:microsoft.com/office/officeart/2005/8/layout/hProcess11"/>
    <dgm:cxn modelId="{FFB32E13-B740-41AC-96E9-E78DE11E5C44}" type="presParOf" srcId="{423AA3AC-3D08-43AE-9F31-2EB12EBAA3D7}" destId="{07F9C333-80D2-4EB9-A466-5B261E9035BF}"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C90F2D-2AD4-4C00-A29E-9EB16E78995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01DEDE6F-510F-4A58-9C1E-7784BCAD41E6}">
      <dgm:prSet/>
      <dgm:spPr/>
      <dgm:t>
        <a:bodyPr/>
        <a:lstStyle/>
        <a:p>
          <a:r>
            <a:rPr lang="en-US"/>
            <a:t>Concepts:</a:t>
          </a:r>
          <a:endParaRPr lang="en-IN"/>
        </a:p>
      </dgm:t>
    </dgm:pt>
    <dgm:pt modelId="{0107A609-167F-4C75-84B1-FAAB07F10ED5}" type="parTrans" cxnId="{1178F4BF-80AF-41F8-828F-EBE01F19184E}">
      <dgm:prSet/>
      <dgm:spPr/>
      <dgm:t>
        <a:bodyPr/>
        <a:lstStyle/>
        <a:p>
          <a:endParaRPr lang="en-IN"/>
        </a:p>
      </dgm:t>
    </dgm:pt>
    <dgm:pt modelId="{E8810229-794B-4450-8537-84B295280ABE}" type="sibTrans" cxnId="{1178F4BF-80AF-41F8-828F-EBE01F19184E}">
      <dgm:prSet/>
      <dgm:spPr/>
      <dgm:t>
        <a:bodyPr/>
        <a:lstStyle/>
        <a:p>
          <a:endParaRPr lang="en-IN"/>
        </a:p>
      </dgm:t>
    </dgm:pt>
    <dgm:pt modelId="{16295A3C-9AAE-4098-8BBB-FA4BB24B5479}">
      <dgm:prSet custT="1"/>
      <dgm:spPr/>
      <dgm:t>
        <a:bodyPr/>
        <a:lstStyle/>
        <a:p>
          <a:pPr>
            <a:lnSpc>
              <a:spcPct val="150000"/>
            </a:lnSpc>
          </a:pPr>
          <a:r>
            <a:rPr lang="en-US" sz="2000" dirty="0">
              <a:solidFill>
                <a:schemeClr val="bg1">
                  <a:lumMod val="95000"/>
                </a:schemeClr>
              </a:solidFill>
              <a:latin typeface="Times New Roman" panose="02020603050405020304" pitchFamily="18" charset="0"/>
              <a:cs typeface="Times New Roman" panose="02020603050405020304" pitchFamily="18" charset="0"/>
            </a:rPr>
            <a:t>Object-oriented programming: The SeatBookingSystem class is an example of object-oriented programming in Java, where the class encapsulates data (seat array) and methods (bookSeat, cancelBooking, isValidSeat) to manipulate the data.</a:t>
          </a:r>
          <a:endParaRPr lang="en-IN" sz="2000" dirty="0">
            <a:solidFill>
              <a:schemeClr val="bg1">
                <a:lumMod val="95000"/>
              </a:schemeClr>
            </a:solidFill>
            <a:latin typeface="Times New Roman" panose="02020603050405020304" pitchFamily="18" charset="0"/>
            <a:cs typeface="Times New Roman" panose="02020603050405020304" pitchFamily="18" charset="0"/>
          </a:endParaRPr>
        </a:p>
      </dgm:t>
    </dgm:pt>
    <dgm:pt modelId="{2D12FD7C-5E8D-4530-9B7C-455032A97AB5}" type="parTrans" cxnId="{7D1B394B-32BF-4596-BC98-1E78A27403AC}">
      <dgm:prSet/>
      <dgm:spPr/>
      <dgm:t>
        <a:bodyPr/>
        <a:lstStyle/>
        <a:p>
          <a:endParaRPr lang="en-IN"/>
        </a:p>
      </dgm:t>
    </dgm:pt>
    <dgm:pt modelId="{77E2429F-2B2C-456B-B68E-0D3980BFB946}" type="sibTrans" cxnId="{7D1B394B-32BF-4596-BC98-1E78A27403AC}">
      <dgm:prSet/>
      <dgm:spPr/>
      <dgm:t>
        <a:bodyPr/>
        <a:lstStyle/>
        <a:p>
          <a:endParaRPr lang="en-IN"/>
        </a:p>
      </dgm:t>
    </dgm:pt>
    <dgm:pt modelId="{C042BB6D-064C-4185-8B24-F46C142D7CE7}">
      <dgm:prSet custT="1"/>
      <dgm:spPr/>
      <dgm:t>
        <a:bodyPr/>
        <a:lstStyle/>
        <a:p>
          <a:pPr>
            <a:lnSpc>
              <a:spcPct val="150000"/>
            </a:lnSpc>
          </a:pPr>
          <a:r>
            <a:rPr lang="en-US" sz="2000" dirty="0">
              <a:solidFill>
                <a:schemeClr val="bg1">
                  <a:lumMod val="95000"/>
                </a:schemeClr>
              </a:solidFill>
              <a:latin typeface="Times New Roman" panose="02020603050405020304" pitchFamily="18" charset="0"/>
              <a:cs typeface="Times New Roman" panose="02020603050405020304" pitchFamily="18" charset="0"/>
            </a:rPr>
            <a:t>Arrays: The seat array is a two-dimensional array used to represent the seating arrangement. It stores boolean values to indicate whether a seat is booked or not.</a:t>
          </a:r>
          <a:endParaRPr lang="en-IN" sz="2000" dirty="0">
            <a:solidFill>
              <a:schemeClr val="bg1">
                <a:lumMod val="95000"/>
              </a:schemeClr>
            </a:solidFill>
            <a:latin typeface="Times New Roman" panose="02020603050405020304" pitchFamily="18" charset="0"/>
            <a:cs typeface="Times New Roman" panose="02020603050405020304" pitchFamily="18" charset="0"/>
          </a:endParaRPr>
        </a:p>
      </dgm:t>
    </dgm:pt>
    <dgm:pt modelId="{82DBF55D-4BA1-4C0C-AF85-FFC4A8A44B03}" type="parTrans" cxnId="{8120ACA4-AB35-4993-A4F9-175761BE55A9}">
      <dgm:prSet/>
      <dgm:spPr/>
      <dgm:t>
        <a:bodyPr/>
        <a:lstStyle/>
        <a:p>
          <a:endParaRPr lang="en-IN"/>
        </a:p>
      </dgm:t>
    </dgm:pt>
    <dgm:pt modelId="{AC06E5FE-0E99-432E-B90B-B835D84F9ABD}" type="sibTrans" cxnId="{8120ACA4-AB35-4993-A4F9-175761BE55A9}">
      <dgm:prSet/>
      <dgm:spPr/>
      <dgm:t>
        <a:bodyPr/>
        <a:lstStyle/>
        <a:p>
          <a:endParaRPr lang="en-IN"/>
        </a:p>
      </dgm:t>
    </dgm:pt>
    <dgm:pt modelId="{8AE7FB29-96DA-42A7-ABA4-B8113A760699}">
      <dgm:prSet custT="1"/>
      <dgm:spPr/>
      <dgm:t>
        <a:bodyPr/>
        <a:lstStyle/>
        <a:p>
          <a:pPr>
            <a:lnSpc>
              <a:spcPct val="150000"/>
            </a:lnSpc>
          </a:pPr>
          <a:r>
            <a:rPr lang="en-US" sz="2000" dirty="0">
              <a:solidFill>
                <a:schemeClr val="bg1">
                  <a:lumMod val="95000"/>
                </a:schemeClr>
              </a:solidFill>
              <a:latin typeface="Times New Roman" panose="02020603050405020304" pitchFamily="18" charset="0"/>
              <a:cs typeface="Times New Roman" panose="02020603050405020304" pitchFamily="18" charset="0"/>
            </a:rPr>
            <a:t>Input/output handling: The Scanner class is used to handle user input from the console. The program prompts the user for input and reads the user's choices and seat numbers.</a:t>
          </a:r>
          <a:endParaRPr lang="en-IN" sz="2000" dirty="0">
            <a:solidFill>
              <a:schemeClr val="bg1">
                <a:lumMod val="95000"/>
              </a:schemeClr>
            </a:solidFill>
            <a:latin typeface="Times New Roman" panose="02020603050405020304" pitchFamily="18" charset="0"/>
            <a:cs typeface="Times New Roman" panose="02020603050405020304" pitchFamily="18" charset="0"/>
          </a:endParaRPr>
        </a:p>
      </dgm:t>
    </dgm:pt>
    <dgm:pt modelId="{76C35A5C-E1B7-4336-9697-A3476F387AA6}" type="parTrans" cxnId="{C8BCDFED-82A7-4BC1-82A9-A55C02984206}">
      <dgm:prSet/>
      <dgm:spPr/>
      <dgm:t>
        <a:bodyPr/>
        <a:lstStyle/>
        <a:p>
          <a:endParaRPr lang="en-IN"/>
        </a:p>
      </dgm:t>
    </dgm:pt>
    <dgm:pt modelId="{8556F6AB-E754-4971-BEF6-50FB45809A84}" type="sibTrans" cxnId="{C8BCDFED-82A7-4BC1-82A9-A55C02984206}">
      <dgm:prSet/>
      <dgm:spPr/>
      <dgm:t>
        <a:bodyPr/>
        <a:lstStyle/>
        <a:p>
          <a:endParaRPr lang="en-IN"/>
        </a:p>
      </dgm:t>
    </dgm:pt>
    <dgm:pt modelId="{957D1BA6-1D97-4AC0-927D-8ED7A87C8D72}" type="pres">
      <dgm:prSet presAssocID="{44C90F2D-2AD4-4C00-A29E-9EB16E789951}" presName="linear" presStyleCnt="0">
        <dgm:presLayoutVars>
          <dgm:animLvl val="lvl"/>
          <dgm:resizeHandles val="exact"/>
        </dgm:presLayoutVars>
      </dgm:prSet>
      <dgm:spPr/>
    </dgm:pt>
    <dgm:pt modelId="{899535D3-A9BC-4A2D-9DF8-3D4B589E3E2E}" type="pres">
      <dgm:prSet presAssocID="{01DEDE6F-510F-4A58-9C1E-7784BCAD41E6}" presName="parentText" presStyleLbl="node1" presStyleIdx="0" presStyleCnt="1">
        <dgm:presLayoutVars>
          <dgm:chMax val="0"/>
          <dgm:bulletEnabled val="1"/>
        </dgm:presLayoutVars>
      </dgm:prSet>
      <dgm:spPr/>
    </dgm:pt>
    <dgm:pt modelId="{5BA1154F-1C95-4EF7-A39D-84F8ED390C0E}" type="pres">
      <dgm:prSet presAssocID="{01DEDE6F-510F-4A58-9C1E-7784BCAD41E6}" presName="childText" presStyleLbl="revTx" presStyleIdx="0" presStyleCnt="1">
        <dgm:presLayoutVars>
          <dgm:bulletEnabled val="1"/>
        </dgm:presLayoutVars>
      </dgm:prSet>
      <dgm:spPr/>
    </dgm:pt>
  </dgm:ptLst>
  <dgm:cxnLst>
    <dgm:cxn modelId="{EA83C013-AEA2-4AF1-80C5-CCA76DCD5472}" type="presOf" srcId="{C042BB6D-064C-4185-8B24-F46C142D7CE7}" destId="{5BA1154F-1C95-4EF7-A39D-84F8ED390C0E}" srcOrd="0" destOrd="1" presId="urn:microsoft.com/office/officeart/2005/8/layout/vList2"/>
    <dgm:cxn modelId="{072DEE67-D9F5-44B5-98FC-98F9C34E031A}" type="presOf" srcId="{16295A3C-9AAE-4098-8BBB-FA4BB24B5479}" destId="{5BA1154F-1C95-4EF7-A39D-84F8ED390C0E}" srcOrd="0" destOrd="0" presId="urn:microsoft.com/office/officeart/2005/8/layout/vList2"/>
    <dgm:cxn modelId="{7D1B394B-32BF-4596-BC98-1E78A27403AC}" srcId="{01DEDE6F-510F-4A58-9C1E-7784BCAD41E6}" destId="{16295A3C-9AAE-4098-8BBB-FA4BB24B5479}" srcOrd="0" destOrd="0" parTransId="{2D12FD7C-5E8D-4530-9B7C-455032A97AB5}" sibTransId="{77E2429F-2B2C-456B-B68E-0D3980BFB946}"/>
    <dgm:cxn modelId="{BE00E774-D160-4798-8701-0AB1FC65780A}" type="presOf" srcId="{8AE7FB29-96DA-42A7-ABA4-B8113A760699}" destId="{5BA1154F-1C95-4EF7-A39D-84F8ED390C0E}" srcOrd="0" destOrd="2" presId="urn:microsoft.com/office/officeart/2005/8/layout/vList2"/>
    <dgm:cxn modelId="{8120ACA4-AB35-4993-A4F9-175761BE55A9}" srcId="{01DEDE6F-510F-4A58-9C1E-7784BCAD41E6}" destId="{C042BB6D-064C-4185-8B24-F46C142D7CE7}" srcOrd="1" destOrd="0" parTransId="{82DBF55D-4BA1-4C0C-AF85-FFC4A8A44B03}" sibTransId="{AC06E5FE-0E99-432E-B90B-B835D84F9ABD}"/>
    <dgm:cxn modelId="{BBA3D4A8-6AFB-443D-BFC5-9F38A40B8345}" type="presOf" srcId="{01DEDE6F-510F-4A58-9C1E-7784BCAD41E6}" destId="{899535D3-A9BC-4A2D-9DF8-3D4B589E3E2E}" srcOrd="0" destOrd="0" presId="urn:microsoft.com/office/officeart/2005/8/layout/vList2"/>
    <dgm:cxn modelId="{40ED70B9-5C89-412F-ADEC-FA90238EBFDC}" type="presOf" srcId="{44C90F2D-2AD4-4C00-A29E-9EB16E789951}" destId="{957D1BA6-1D97-4AC0-927D-8ED7A87C8D72}" srcOrd="0" destOrd="0" presId="urn:microsoft.com/office/officeart/2005/8/layout/vList2"/>
    <dgm:cxn modelId="{1178F4BF-80AF-41F8-828F-EBE01F19184E}" srcId="{44C90F2D-2AD4-4C00-A29E-9EB16E789951}" destId="{01DEDE6F-510F-4A58-9C1E-7784BCAD41E6}" srcOrd="0" destOrd="0" parTransId="{0107A609-167F-4C75-84B1-FAAB07F10ED5}" sibTransId="{E8810229-794B-4450-8537-84B295280ABE}"/>
    <dgm:cxn modelId="{C8BCDFED-82A7-4BC1-82A9-A55C02984206}" srcId="{01DEDE6F-510F-4A58-9C1E-7784BCAD41E6}" destId="{8AE7FB29-96DA-42A7-ABA4-B8113A760699}" srcOrd="2" destOrd="0" parTransId="{76C35A5C-E1B7-4336-9697-A3476F387AA6}" sibTransId="{8556F6AB-E754-4971-BEF6-50FB45809A84}"/>
    <dgm:cxn modelId="{82DDD01D-FF86-4F68-9BC0-CC2A9B64FF7E}" type="presParOf" srcId="{957D1BA6-1D97-4AC0-927D-8ED7A87C8D72}" destId="{899535D3-A9BC-4A2D-9DF8-3D4B589E3E2E}" srcOrd="0" destOrd="0" presId="urn:microsoft.com/office/officeart/2005/8/layout/vList2"/>
    <dgm:cxn modelId="{67832F1E-EB05-45FA-BA1B-33EEA20E9913}" type="presParOf" srcId="{957D1BA6-1D97-4AC0-927D-8ED7A87C8D72}" destId="{5BA1154F-1C95-4EF7-A39D-84F8ED390C0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3F63DC-A34D-46A5-86A7-B1A9A950DFD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66078FE7-72E1-4EA9-AEC1-610D04E13C17}">
      <dgm:prSet/>
      <dgm:spPr/>
      <dgm:t>
        <a:bodyPr/>
        <a:lstStyle/>
        <a:p>
          <a:r>
            <a:rPr lang="en-US"/>
            <a:t>Functionalities:</a:t>
          </a:r>
          <a:endParaRPr lang="en-IN"/>
        </a:p>
      </dgm:t>
    </dgm:pt>
    <dgm:pt modelId="{6505EA06-AE9A-4539-8590-FB9316A9434A}" type="parTrans" cxnId="{CC99A7DF-D020-470E-9DA7-3D6A64E70D67}">
      <dgm:prSet/>
      <dgm:spPr/>
      <dgm:t>
        <a:bodyPr/>
        <a:lstStyle/>
        <a:p>
          <a:endParaRPr lang="en-IN"/>
        </a:p>
      </dgm:t>
    </dgm:pt>
    <dgm:pt modelId="{9EC75E1F-5DBC-40DE-993A-195FDD0AD567}" type="sibTrans" cxnId="{CC99A7DF-D020-470E-9DA7-3D6A64E70D67}">
      <dgm:prSet/>
      <dgm:spPr/>
      <dgm:t>
        <a:bodyPr/>
        <a:lstStyle/>
        <a:p>
          <a:endParaRPr lang="en-IN"/>
        </a:p>
      </dgm:t>
    </dgm:pt>
    <dgm:pt modelId="{890832CC-B28D-4B0D-A45E-001FB5E3861C}">
      <dgm:prSet/>
      <dgm:spPr/>
      <dgm:t>
        <a:bodyPr/>
        <a:lstStyle/>
        <a:p>
          <a:pPr>
            <a:lnSpc>
              <a:spcPct val="150000"/>
            </a:lnSpc>
          </a:pPr>
          <a:r>
            <a:rPr lang="en-US" dirty="0">
              <a:solidFill>
                <a:schemeClr val="bg1">
                  <a:lumMod val="95000"/>
                </a:schemeClr>
              </a:solidFill>
              <a:latin typeface="Times New Roman" panose="02020603050405020304" pitchFamily="18" charset="0"/>
              <a:cs typeface="Times New Roman" panose="02020603050405020304" pitchFamily="18" charset="0"/>
            </a:rPr>
            <a:t>Booking a seat: The user can choose to book a seat by entering the row and seat number. The program checks if the seat is available and books it if it is free.</a:t>
          </a:r>
          <a:endParaRPr lang="en-IN" dirty="0">
            <a:solidFill>
              <a:schemeClr val="bg1">
                <a:lumMod val="95000"/>
              </a:schemeClr>
            </a:solidFill>
            <a:latin typeface="Times New Roman" panose="02020603050405020304" pitchFamily="18" charset="0"/>
            <a:cs typeface="Times New Roman" panose="02020603050405020304" pitchFamily="18" charset="0"/>
          </a:endParaRPr>
        </a:p>
      </dgm:t>
    </dgm:pt>
    <dgm:pt modelId="{C0122911-048F-4C44-B93D-769C2B17D9F7}" type="parTrans" cxnId="{1CAE2003-0B16-4074-B8A5-C5F42A23E7AE}">
      <dgm:prSet/>
      <dgm:spPr/>
      <dgm:t>
        <a:bodyPr/>
        <a:lstStyle/>
        <a:p>
          <a:endParaRPr lang="en-IN"/>
        </a:p>
      </dgm:t>
    </dgm:pt>
    <dgm:pt modelId="{CCC93694-1AB2-4D28-93BF-D61A4111FE9C}" type="sibTrans" cxnId="{1CAE2003-0B16-4074-B8A5-C5F42A23E7AE}">
      <dgm:prSet/>
      <dgm:spPr/>
      <dgm:t>
        <a:bodyPr/>
        <a:lstStyle/>
        <a:p>
          <a:endParaRPr lang="en-IN"/>
        </a:p>
      </dgm:t>
    </dgm:pt>
    <dgm:pt modelId="{46E844C3-DDAB-4410-AC76-83116019C7CD}">
      <dgm:prSet/>
      <dgm:spPr/>
      <dgm:t>
        <a:bodyPr/>
        <a:lstStyle/>
        <a:p>
          <a:pPr>
            <a:lnSpc>
              <a:spcPct val="150000"/>
            </a:lnSpc>
          </a:pPr>
          <a:r>
            <a:rPr lang="en-US" dirty="0">
              <a:solidFill>
                <a:schemeClr val="bg1">
                  <a:lumMod val="95000"/>
                </a:schemeClr>
              </a:solidFill>
              <a:latin typeface="Times New Roman" panose="02020603050405020304" pitchFamily="18" charset="0"/>
              <a:cs typeface="Times New Roman" panose="02020603050405020304" pitchFamily="18" charset="0"/>
            </a:rPr>
            <a:t>Canceling a booking: The user can choose to cancel a booking by entering the row and seat number. The program checks if the seat is booked and cancels the booking if it is reserved.</a:t>
          </a:r>
          <a:endParaRPr lang="en-IN" dirty="0">
            <a:solidFill>
              <a:schemeClr val="bg1">
                <a:lumMod val="95000"/>
              </a:schemeClr>
            </a:solidFill>
            <a:latin typeface="Times New Roman" panose="02020603050405020304" pitchFamily="18" charset="0"/>
            <a:cs typeface="Times New Roman" panose="02020603050405020304" pitchFamily="18" charset="0"/>
          </a:endParaRPr>
        </a:p>
      </dgm:t>
    </dgm:pt>
    <dgm:pt modelId="{01527371-6F30-49B8-B859-9446B835E3C0}" type="parTrans" cxnId="{389BDFF5-1303-4153-9DC9-DC33CA4FD6C5}">
      <dgm:prSet/>
      <dgm:spPr/>
      <dgm:t>
        <a:bodyPr/>
        <a:lstStyle/>
        <a:p>
          <a:endParaRPr lang="en-IN"/>
        </a:p>
      </dgm:t>
    </dgm:pt>
    <dgm:pt modelId="{F09DD2CA-6A20-444C-94BE-E98D37818673}" type="sibTrans" cxnId="{389BDFF5-1303-4153-9DC9-DC33CA4FD6C5}">
      <dgm:prSet/>
      <dgm:spPr/>
      <dgm:t>
        <a:bodyPr/>
        <a:lstStyle/>
        <a:p>
          <a:endParaRPr lang="en-IN"/>
        </a:p>
      </dgm:t>
    </dgm:pt>
    <dgm:pt modelId="{46B35514-918A-4E77-B7D3-107012C51B85}">
      <dgm:prSet/>
      <dgm:spPr/>
      <dgm:t>
        <a:bodyPr/>
        <a:lstStyle/>
        <a:p>
          <a:pPr>
            <a:lnSpc>
              <a:spcPct val="150000"/>
            </a:lnSpc>
          </a:pPr>
          <a:r>
            <a:rPr lang="en-US" dirty="0">
              <a:solidFill>
                <a:schemeClr val="bg1">
                  <a:lumMod val="95000"/>
                </a:schemeClr>
              </a:solidFill>
              <a:latin typeface="Times New Roman" panose="02020603050405020304" pitchFamily="18" charset="0"/>
              <a:cs typeface="Times New Roman" panose="02020603050405020304" pitchFamily="18" charset="0"/>
            </a:rPr>
            <a:t>Validating seat numbers: The program validates the entered row and seat numbers to ensure they are within the valid range (1-10).</a:t>
          </a:r>
          <a:endParaRPr lang="en-IN" dirty="0">
            <a:solidFill>
              <a:schemeClr val="bg1">
                <a:lumMod val="95000"/>
              </a:schemeClr>
            </a:solidFill>
            <a:latin typeface="Times New Roman" panose="02020603050405020304" pitchFamily="18" charset="0"/>
            <a:cs typeface="Times New Roman" panose="02020603050405020304" pitchFamily="18" charset="0"/>
          </a:endParaRPr>
        </a:p>
      </dgm:t>
    </dgm:pt>
    <dgm:pt modelId="{30BD3D2F-8831-4CA0-A489-3FB0EE85B94F}" type="parTrans" cxnId="{EEA9F0EC-EB5B-4D86-B99E-F19A8853CBDE}">
      <dgm:prSet/>
      <dgm:spPr/>
      <dgm:t>
        <a:bodyPr/>
        <a:lstStyle/>
        <a:p>
          <a:endParaRPr lang="en-IN"/>
        </a:p>
      </dgm:t>
    </dgm:pt>
    <dgm:pt modelId="{B1AD7384-13BF-453E-89EC-C121836003D3}" type="sibTrans" cxnId="{EEA9F0EC-EB5B-4D86-B99E-F19A8853CBDE}">
      <dgm:prSet/>
      <dgm:spPr/>
      <dgm:t>
        <a:bodyPr/>
        <a:lstStyle/>
        <a:p>
          <a:endParaRPr lang="en-IN"/>
        </a:p>
      </dgm:t>
    </dgm:pt>
    <dgm:pt modelId="{2AF3042B-36DE-495E-9AF4-8AF6A67508C8}">
      <dgm:prSet/>
      <dgm:spPr/>
      <dgm:t>
        <a:bodyPr/>
        <a:lstStyle/>
        <a:p>
          <a:pPr>
            <a:lnSpc>
              <a:spcPct val="150000"/>
            </a:lnSpc>
          </a:pPr>
          <a:r>
            <a:rPr lang="en-US" dirty="0">
              <a:solidFill>
                <a:schemeClr val="bg1">
                  <a:lumMod val="95000"/>
                </a:schemeClr>
              </a:solidFill>
              <a:latin typeface="Times New Roman" panose="02020603050405020304" pitchFamily="18" charset="0"/>
              <a:cs typeface="Times New Roman" panose="02020603050405020304" pitchFamily="18" charset="0"/>
            </a:rPr>
            <a:t>Exiting the program: The user can choose to exit the program by entering 'exit', which breaks out of the while loop and closes the Scanner object.</a:t>
          </a:r>
          <a:endParaRPr lang="en-IN" dirty="0">
            <a:solidFill>
              <a:schemeClr val="bg1">
                <a:lumMod val="95000"/>
              </a:schemeClr>
            </a:solidFill>
            <a:latin typeface="Times New Roman" panose="02020603050405020304" pitchFamily="18" charset="0"/>
            <a:cs typeface="Times New Roman" panose="02020603050405020304" pitchFamily="18" charset="0"/>
          </a:endParaRPr>
        </a:p>
      </dgm:t>
    </dgm:pt>
    <dgm:pt modelId="{AFE3C6D0-E660-4083-BF7F-C9A70545ABC1}" type="parTrans" cxnId="{3446CF4B-CBB3-46EC-8B6C-58D35213BDCA}">
      <dgm:prSet/>
      <dgm:spPr/>
      <dgm:t>
        <a:bodyPr/>
        <a:lstStyle/>
        <a:p>
          <a:endParaRPr lang="en-IN"/>
        </a:p>
      </dgm:t>
    </dgm:pt>
    <dgm:pt modelId="{F4E60732-DE29-4976-AC41-9A6E8DA5E42F}" type="sibTrans" cxnId="{3446CF4B-CBB3-46EC-8B6C-58D35213BDCA}">
      <dgm:prSet/>
      <dgm:spPr/>
      <dgm:t>
        <a:bodyPr/>
        <a:lstStyle/>
        <a:p>
          <a:endParaRPr lang="en-IN"/>
        </a:p>
      </dgm:t>
    </dgm:pt>
    <dgm:pt modelId="{86EEC8D5-FF2D-4E1C-8564-5265BD5BBAB4}">
      <dgm:prSet/>
      <dgm:spPr/>
      <dgm:t>
        <a:bodyPr/>
        <a:lstStyle/>
        <a:p>
          <a:pPr>
            <a:lnSpc>
              <a:spcPct val="150000"/>
            </a:lnSpc>
          </a:pPr>
          <a:r>
            <a:rPr lang="en-US" dirty="0">
              <a:solidFill>
                <a:schemeClr val="bg1">
                  <a:lumMod val="95000"/>
                </a:schemeClr>
              </a:solidFill>
              <a:latin typeface="Times New Roman" panose="02020603050405020304" pitchFamily="18" charset="0"/>
              <a:cs typeface="Times New Roman" panose="02020603050405020304" pitchFamily="18" charset="0"/>
            </a:rPr>
            <a:t>Error handling: The program provides error messages for invalid input and prompts the user to try again. It ensures that the user enters valid input for booking, canceling, or exiting</a:t>
          </a:r>
          <a:endParaRPr lang="en-IN" dirty="0">
            <a:solidFill>
              <a:schemeClr val="bg1">
                <a:lumMod val="95000"/>
              </a:schemeClr>
            </a:solidFill>
            <a:latin typeface="Times New Roman" panose="02020603050405020304" pitchFamily="18" charset="0"/>
            <a:cs typeface="Times New Roman" panose="02020603050405020304" pitchFamily="18" charset="0"/>
          </a:endParaRPr>
        </a:p>
      </dgm:t>
    </dgm:pt>
    <dgm:pt modelId="{5355F169-77E2-4A07-8910-26F940456116}" type="parTrans" cxnId="{BFAF7E06-972A-49C1-B0B6-C86F44F883B7}">
      <dgm:prSet/>
      <dgm:spPr/>
      <dgm:t>
        <a:bodyPr/>
        <a:lstStyle/>
        <a:p>
          <a:endParaRPr lang="en-IN"/>
        </a:p>
      </dgm:t>
    </dgm:pt>
    <dgm:pt modelId="{E27D5C08-D514-4E4D-AFB2-9E1C552D83EA}" type="sibTrans" cxnId="{BFAF7E06-972A-49C1-B0B6-C86F44F883B7}">
      <dgm:prSet/>
      <dgm:spPr/>
      <dgm:t>
        <a:bodyPr/>
        <a:lstStyle/>
        <a:p>
          <a:endParaRPr lang="en-IN"/>
        </a:p>
      </dgm:t>
    </dgm:pt>
    <dgm:pt modelId="{CCB08129-37AD-4B82-8926-5F67D148A776}" type="pres">
      <dgm:prSet presAssocID="{5D3F63DC-A34D-46A5-86A7-B1A9A950DFDF}" presName="linear" presStyleCnt="0">
        <dgm:presLayoutVars>
          <dgm:animLvl val="lvl"/>
          <dgm:resizeHandles val="exact"/>
        </dgm:presLayoutVars>
      </dgm:prSet>
      <dgm:spPr/>
    </dgm:pt>
    <dgm:pt modelId="{F5A6FF1F-E761-47F2-9748-237C6C686880}" type="pres">
      <dgm:prSet presAssocID="{66078FE7-72E1-4EA9-AEC1-610D04E13C17}" presName="parentText" presStyleLbl="node1" presStyleIdx="0" presStyleCnt="1">
        <dgm:presLayoutVars>
          <dgm:chMax val="0"/>
          <dgm:bulletEnabled val="1"/>
        </dgm:presLayoutVars>
      </dgm:prSet>
      <dgm:spPr/>
    </dgm:pt>
    <dgm:pt modelId="{6156542C-87CA-4417-A17A-0C4F1DFCFC64}" type="pres">
      <dgm:prSet presAssocID="{66078FE7-72E1-4EA9-AEC1-610D04E13C17}" presName="childText" presStyleLbl="revTx" presStyleIdx="0" presStyleCnt="1">
        <dgm:presLayoutVars>
          <dgm:bulletEnabled val="1"/>
        </dgm:presLayoutVars>
      </dgm:prSet>
      <dgm:spPr/>
    </dgm:pt>
  </dgm:ptLst>
  <dgm:cxnLst>
    <dgm:cxn modelId="{1CAE2003-0B16-4074-B8A5-C5F42A23E7AE}" srcId="{66078FE7-72E1-4EA9-AEC1-610D04E13C17}" destId="{890832CC-B28D-4B0D-A45E-001FB5E3861C}" srcOrd="0" destOrd="0" parTransId="{C0122911-048F-4C44-B93D-769C2B17D9F7}" sibTransId="{CCC93694-1AB2-4D28-93BF-D61A4111FE9C}"/>
    <dgm:cxn modelId="{BFAF7E06-972A-49C1-B0B6-C86F44F883B7}" srcId="{66078FE7-72E1-4EA9-AEC1-610D04E13C17}" destId="{86EEC8D5-FF2D-4E1C-8564-5265BD5BBAB4}" srcOrd="4" destOrd="0" parTransId="{5355F169-77E2-4A07-8910-26F940456116}" sibTransId="{E27D5C08-D514-4E4D-AFB2-9E1C552D83EA}"/>
    <dgm:cxn modelId="{3446CF4B-CBB3-46EC-8B6C-58D35213BDCA}" srcId="{66078FE7-72E1-4EA9-AEC1-610D04E13C17}" destId="{2AF3042B-36DE-495E-9AF4-8AF6A67508C8}" srcOrd="3" destOrd="0" parTransId="{AFE3C6D0-E660-4083-BF7F-C9A70545ABC1}" sibTransId="{F4E60732-DE29-4976-AC41-9A6E8DA5E42F}"/>
    <dgm:cxn modelId="{8850067F-9BEB-4DD2-BA38-8CFC935F9BA5}" type="presOf" srcId="{5D3F63DC-A34D-46A5-86A7-B1A9A950DFDF}" destId="{CCB08129-37AD-4B82-8926-5F67D148A776}" srcOrd="0" destOrd="0" presId="urn:microsoft.com/office/officeart/2005/8/layout/vList2"/>
    <dgm:cxn modelId="{0ED67E9A-5A05-4591-AF20-EB96D22B400B}" type="presOf" srcId="{46E844C3-DDAB-4410-AC76-83116019C7CD}" destId="{6156542C-87CA-4417-A17A-0C4F1DFCFC64}" srcOrd="0" destOrd="1" presId="urn:microsoft.com/office/officeart/2005/8/layout/vList2"/>
    <dgm:cxn modelId="{8D508C9E-607B-4E82-A3CE-7A4C78088709}" type="presOf" srcId="{66078FE7-72E1-4EA9-AEC1-610D04E13C17}" destId="{F5A6FF1F-E761-47F2-9748-237C6C686880}" srcOrd="0" destOrd="0" presId="urn:microsoft.com/office/officeart/2005/8/layout/vList2"/>
    <dgm:cxn modelId="{7441AEA7-3644-45E7-8371-C0B12DE42165}" type="presOf" srcId="{46B35514-918A-4E77-B7D3-107012C51B85}" destId="{6156542C-87CA-4417-A17A-0C4F1DFCFC64}" srcOrd="0" destOrd="2" presId="urn:microsoft.com/office/officeart/2005/8/layout/vList2"/>
    <dgm:cxn modelId="{C90535B7-581A-4282-96AA-B9772CE22A43}" type="presOf" srcId="{86EEC8D5-FF2D-4E1C-8564-5265BD5BBAB4}" destId="{6156542C-87CA-4417-A17A-0C4F1DFCFC64}" srcOrd="0" destOrd="4" presId="urn:microsoft.com/office/officeart/2005/8/layout/vList2"/>
    <dgm:cxn modelId="{ACFB0EBB-1BD9-44D9-9193-3801E0F4146A}" type="presOf" srcId="{2AF3042B-36DE-495E-9AF4-8AF6A67508C8}" destId="{6156542C-87CA-4417-A17A-0C4F1DFCFC64}" srcOrd="0" destOrd="3" presId="urn:microsoft.com/office/officeart/2005/8/layout/vList2"/>
    <dgm:cxn modelId="{CC99A7DF-D020-470E-9DA7-3D6A64E70D67}" srcId="{5D3F63DC-A34D-46A5-86A7-B1A9A950DFDF}" destId="{66078FE7-72E1-4EA9-AEC1-610D04E13C17}" srcOrd="0" destOrd="0" parTransId="{6505EA06-AE9A-4539-8590-FB9316A9434A}" sibTransId="{9EC75E1F-5DBC-40DE-993A-195FDD0AD567}"/>
    <dgm:cxn modelId="{EEA9F0EC-EB5B-4D86-B99E-F19A8853CBDE}" srcId="{66078FE7-72E1-4EA9-AEC1-610D04E13C17}" destId="{46B35514-918A-4E77-B7D3-107012C51B85}" srcOrd="2" destOrd="0" parTransId="{30BD3D2F-8831-4CA0-A489-3FB0EE85B94F}" sibTransId="{B1AD7384-13BF-453E-89EC-C121836003D3}"/>
    <dgm:cxn modelId="{36C6DCED-F8BC-4400-8331-BD925DC00A79}" type="presOf" srcId="{890832CC-B28D-4B0D-A45E-001FB5E3861C}" destId="{6156542C-87CA-4417-A17A-0C4F1DFCFC64}" srcOrd="0" destOrd="0" presId="urn:microsoft.com/office/officeart/2005/8/layout/vList2"/>
    <dgm:cxn modelId="{389BDFF5-1303-4153-9DC9-DC33CA4FD6C5}" srcId="{66078FE7-72E1-4EA9-AEC1-610D04E13C17}" destId="{46E844C3-DDAB-4410-AC76-83116019C7CD}" srcOrd="1" destOrd="0" parTransId="{01527371-6F30-49B8-B859-9446B835E3C0}" sibTransId="{F09DD2CA-6A20-444C-94BE-E98D37818673}"/>
    <dgm:cxn modelId="{A9F0D78D-80D5-4225-A8E1-2EC1EDE3EEA6}" type="presParOf" srcId="{CCB08129-37AD-4B82-8926-5F67D148A776}" destId="{F5A6FF1F-E761-47F2-9748-237C6C686880}" srcOrd="0" destOrd="0" presId="urn:microsoft.com/office/officeart/2005/8/layout/vList2"/>
    <dgm:cxn modelId="{F4217A49-6025-46AA-B5D4-BED89B4E350E}" type="presParOf" srcId="{CCB08129-37AD-4B82-8926-5F67D148A776}" destId="{6156542C-87CA-4417-A17A-0C4F1DFCFC6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44872-0C96-4AD9-B305-13260EE154CF}">
      <dsp:nvSpPr>
        <dsp:cNvPr id="0" name=""/>
        <dsp:cNvSpPr/>
      </dsp:nvSpPr>
      <dsp:spPr>
        <a:xfrm>
          <a:off x="0" y="1167854"/>
          <a:ext cx="8605412" cy="1557139"/>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466B31-7AF2-4364-93B6-7F35E494E516}">
      <dsp:nvSpPr>
        <dsp:cNvPr id="0" name=""/>
        <dsp:cNvSpPr/>
      </dsp:nvSpPr>
      <dsp:spPr>
        <a:xfrm>
          <a:off x="3403" y="0"/>
          <a:ext cx="1488089" cy="1557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US" sz="2000" kern="1200" dirty="0">
              <a:solidFill>
                <a:schemeClr val="bg1">
                  <a:lumMod val="95000"/>
                </a:schemeClr>
              </a:solidFill>
            </a:rPr>
            <a:t>Abstract</a:t>
          </a:r>
          <a:endParaRPr lang="en-IN" sz="2000" kern="1200" dirty="0">
            <a:solidFill>
              <a:schemeClr val="bg1">
                <a:lumMod val="95000"/>
              </a:schemeClr>
            </a:solidFill>
          </a:endParaRPr>
        </a:p>
      </dsp:txBody>
      <dsp:txXfrm>
        <a:off x="3403" y="0"/>
        <a:ext cx="1488089" cy="1557139"/>
      </dsp:txXfrm>
    </dsp:sp>
    <dsp:sp modelId="{43FB59B8-464C-4E75-931A-21D0F3CF7F8D}">
      <dsp:nvSpPr>
        <dsp:cNvPr id="0" name=""/>
        <dsp:cNvSpPr/>
      </dsp:nvSpPr>
      <dsp:spPr>
        <a:xfrm>
          <a:off x="552805" y="1751781"/>
          <a:ext cx="389284" cy="38928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590748-708E-4590-BB53-9B22E5C1D4E9}">
      <dsp:nvSpPr>
        <dsp:cNvPr id="0" name=""/>
        <dsp:cNvSpPr/>
      </dsp:nvSpPr>
      <dsp:spPr>
        <a:xfrm>
          <a:off x="1565897" y="2335708"/>
          <a:ext cx="1488089" cy="1557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149352" numCol="1" spcCol="1270" anchor="t" anchorCtr="0">
          <a:noAutofit/>
        </a:bodyPr>
        <a:lstStyle/>
        <a:p>
          <a:pPr marL="0" lvl="0" indent="0" algn="ctr" defTabSz="933450">
            <a:lnSpc>
              <a:spcPct val="90000"/>
            </a:lnSpc>
            <a:spcBef>
              <a:spcPct val="0"/>
            </a:spcBef>
            <a:spcAft>
              <a:spcPct val="35000"/>
            </a:spcAft>
            <a:buNone/>
          </a:pPr>
          <a:r>
            <a:rPr lang="en-US" sz="2100" kern="1200" dirty="0">
              <a:solidFill>
                <a:schemeClr val="bg1">
                  <a:lumMod val="95000"/>
                </a:schemeClr>
              </a:solidFill>
            </a:rPr>
            <a:t>Class diagram </a:t>
          </a:r>
          <a:endParaRPr lang="en-IN" sz="2100" kern="1200" dirty="0">
            <a:solidFill>
              <a:schemeClr val="bg1">
                <a:lumMod val="95000"/>
              </a:schemeClr>
            </a:solidFill>
          </a:endParaRPr>
        </a:p>
      </dsp:txBody>
      <dsp:txXfrm>
        <a:off x="1565897" y="2335708"/>
        <a:ext cx="1488089" cy="1557139"/>
      </dsp:txXfrm>
    </dsp:sp>
    <dsp:sp modelId="{C9A1C794-4270-4FFD-B283-42266F02FB71}">
      <dsp:nvSpPr>
        <dsp:cNvPr id="0" name=""/>
        <dsp:cNvSpPr/>
      </dsp:nvSpPr>
      <dsp:spPr>
        <a:xfrm>
          <a:off x="2115299" y="1751781"/>
          <a:ext cx="389284" cy="38928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16CF8F-A3AE-4948-BFC3-2BC1C2D130B4}">
      <dsp:nvSpPr>
        <dsp:cNvPr id="0" name=""/>
        <dsp:cNvSpPr/>
      </dsp:nvSpPr>
      <dsp:spPr>
        <a:xfrm>
          <a:off x="3128390" y="0"/>
          <a:ext cx="1488089" cy="1557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US" sz="2000" kern="1200" dirty="0">
              <a:solidFill>
                <a:schemeClr val="bg1">
                  <a:lumMod val="95000"/>
                </a:schemeClr>
              </a:solidFill>
            </a:rPr>
            <a:t>Code</a:t>
          </a:r>
          <a:endParaRPr lang="en-IN" sz="2000" kern="1200" dirty="0">
            <a:solidFill>
              <a:schemeClr val="bg1">
                <a:lumMod val="95000"/>
              </a:schemeClr>
            </a:solidFill>
          </a:endParaRPr>
        </a:p>
      </dsp:txBody>
      <dsp:txXfrm>
        <a:off x="3128390" y="0"/>
        <a:ext cx="1488089" cy="1557139"/>
      </dsp:txXfrm>
    </dsp:sp>
    <dsp:sp modelId="{19BE6BA4-74F9-403E-BE36-F4329C990719}">
      <dsp:nvSpPr>
        <dsp:cNvPr id="0" name=""/>
        <dsp:cNvSpPr/>
      </dsp:nvSpPr>
      <dsp:spPr>
        <a:xfrm>
          <a:off x="3677793" y="1751781"/>
          <a:ext cx="389284" cy="38928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F83253-897E-462D-BB4F-3C8ED4E76A20}">
      <dsp:nvSpPr>
        <dsp:cNvPr id="0" name=""/>
        <dsp:cNvSpPr/>
      </dsp:nvSpPr>
      <dsp:spPr>
        <a:xfrm>
          <a:off x="4690884" y="2335708"/>
          <a:ext cx="1488089" cy="1557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149352" numCol="1" spcCol="1270" anchor="t" anchorCtr="0">
          <a:noAutofit/>
        </a:bodyPr>
        <a:lstStyle/>
        <a:p>
          <a:pPr marL="0" lvl="0" indent="0" algn="ctr" defTabSz="933450">
            <a:lnSpc>
              <a:spcPct val="90000"/>
            </a:lnSpc>
            <a:spcBef>
              <a:spcPct val="0"/>
            </a:spcBef>
            <a:spcAft>
              <a:spcPct val="35000"/>
            </a:spcAft>
            <a:buNone/>
          </a:pPr>
          <a:r>
            <a:rPr lang="en-US" sz="2100" kern="1200" dirty="0">
              <a:solidFill>
                <a:schemeClr val="bg1">
                  <a:lumMod val="95000"/>
                </a:schemeClr>
              </a:solidFill>
            </a:rPr>
            <a:t>Execution</a:t>
          </a:r>
          <a:endParaRPr lang="en-IN" sz="2100" kern="1200" dirty="0">
            <a:solidFill>
              <a:schemeClr val="bg1">
                <a:lumMod val="95000"/>
              </a:schemeClr>
            </a:solidFill>
          </a:endParaRPr>
        </a:p>
      </dsp:txBody>
      <dsp:txXfrm>
        <a:off x="4690884" y="2335708"/>
        <a:ext cx="1488089" cy="1557139"/>
      </dsp:txXfrm>
    </dsp:sp>
    <dsp:sp modelId="{9CDA53E6-0D0B-44BD-A8CD-69B1369C6110}">
      <dsp:nvSpPr>
        <dsp:cNvPr id="0" name=""/>
        <dsp:cNvSpPr/>
      </dsp:nvSpPr>
      <dsp:spPr>
        <a:xfrm>
          <a:off x="5240286" y="1751781"/>
          <a:ext cx="389284" cy="38928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4DF9CB-6E37-4DA0-B6CB-3C87EF7F7BCA}">
      <dsp:nvSpPr>
        <dsp:cNvPr id="0" name=""/>
        <dsp:cNvSpPr/>
      </dsp:nvSpPr>
      <dsp:spPr>
        <a:xfrm>
          <a:off x="6269940" y="0"/>
          <a:ext cx="1454964" cy="1557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149352" numCol="1" spcCol="1270" anchor="b" anchorCtr="0">
          <a:noAutofit/>
        </a:bodyPr>
        <a:lstStyle/>
        <a:p>
          <a:pPr marL="0" lvl="0" indent="0" algn="ctr" defTabSz="933450">
            <a:lnSpc>
              <a:spcPct val="90000"/>
            </a:lnSpc>
            <a:spcBef>
              <a:spcPct val="0"/>
            </a:spcBef>
            <a:spcAft>
              <a:spcPct val="35000"/>
            </a:spcAft>
            <a:buNone/>
          </a:pPr>
          <a:r>
            <a:rPr lang="en-US" sz="2100" kern="1200" dirty="0">
              <a:solidFill>
                <a:schemeClr val="bg1">
                  <a:lumMod val="95000"/>
                </a:schemeClr>
              </a:solidFill>
            </a:rPr>
            <a:t>Project Report</a:t>
          </a:r>
          <a:endParaRPr lang="en-IN" sz="2100" kern="1200" dirty="0">
            <a:solidFill>
              <a:schemeClr val="bg1">
                <a:lumMod val="95000"/>
              </a:schemeClr>
            </a:solidFill>
          </a:endParaRPr>
        </a:p>
      </dsp:txBody>
      <dsp:txXfrm>
        <a:off x="6269940" y="0"/>
        <a:ext cx="1454964" cy="1557139"/>
      </dsp:txXfrm>
    </dsp:sp>
    <dsp:sp modelId="{E46162A6-C1F7-43CF-8D0B-6693599A9781}">
      <dsp:nvSpPr>
        <dsp:cNvPr id="0" name=""/>
        <dsp:cNvSpPr/>
      </dsp:nvSpPr>
      <dsp:spPr>
        <a:xfrm>
          <a:off x="6802780" y="1751781"/>
          <a:ext cx="389284" cy="38928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9535D3-A9BC-4A2D-9DF8-3D4B589E3E2E}">
      <dsp:nvSpPr>
        <dsp:cNvPr id="0" name=""/>
        <dsp:cNvSpPr/>
      </dsp:nvSpPr>
      <dsp:spPr>
        <a:xfrm>
          <a:off x="0" y="18097"/>
          <a:ext cx="10882863" cy="725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Concepts:</a:t>
          </a:r>
          <a:endParaRPr lang="en-IN" sz="3100" kern="1200"/>
        </a:p>
      </dsp:txBody>
      <dsp:txXfrm>
        <a:off x="35411" y="53508"/>
        <a:ext cx="10812041" cy="654577"/>
      </dsp:txXfrm>
    </dsp:sp>
    <dsp:sp modelId="{5BA1154F-1C95-4EF7-A39D-84F8ED390C0E}">
      <dsp:nvSpPr>
        <dsp:cNvPr id="0" name=""/>
        <dsp:cNvSpPr/>
      </dsp:nvSpPr>
      <dsp:spPr>
        <a:xfrm>
          <a:off x="0" y="743497"/>
          <a:ext cx="10882863" cy="320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531" tIns="25400" rIns="142240" bIns="25400" numCol="1" spcCol="1270" anchor="t" anchorCtr="0">
          <a:noAutofit/>
        </a:bodyPr>
        <a:lstStyle/>
        <a:p>
          <a:pPr marL="228600" lvl="1" indent="-228600" algn="l" defTabSz="889000">
            <a:lnSpc>
              <a:spcPct val="150000"/>
            </a:lnSpc>
            <a:spcBef>
              <a:spcPct val="0"/>
            </a:spcBef>
            <a:spcAft>
              <a:spcPct val="20000"/>
            </a:spcAft>
            <a:buChar char="•"/>
          </a:pPr>
          <a:r>
            <a:rPr lang="en-US" sz="2000" kern="1200" dirty="0">
              <a:solidFill>
                <a:schemeClr val="bg1">
                  <a:lumMod val="95000"/>
                </a:schemeClr>
              </a:solidFill>
              <a:latin typeface="Times New Roman" panose="02020603050405020304" pitchFamily="18" charset="0"/>
              <a:cs typeface="Times New Roman" panose="02020603050405020304" pitchFamily="18" charset="0"/>
            </a:rPr>
            <a:t>Object-oriented programming: The SeatBookingSystem class is an example of object-oriented programming in Java, where the class encapsulates data (seat array) and methods (bookSeat, cancelBooking, isValidSeat) to manipulate the data.</a:t>
          </a:r>
          <a:endParaRPr lang="en-IN" sz="2000" kern="1200" dirty="0">
            <a:solidFill>
              <a:schemeClr val="bg1">
                <a:lumMod val="95000"/>
              </a:schemeClr>
            </a:solidFill>
            <a:latin typeface="Times New Roman" panose="02020603050405020304" pitchFamily="18" charset="0"/>
            <a:cs typeface="Times New Roman" panose="02020603050405020304" pitchFamily="18" charset="0"/>
          </a:endParaRPr>
        </a:p>
        <a:p>
          <a:pPr marL="228600" lvl="1" indent="-228600" algn="l" defTabSz="889000">
            <a:lnSpc>
              <a:spcPct val="150000"/>
            </a:lnSpc>
            <a:spcBef>
              <a:spcPct val="0"/>
            </a:spcBef>
            <a:spcAft>
              <a:spcPct val="20000"/>
            </a:spcAft>
            <a:buChar char="•"/>
          </a:pPr>
          <a:r>
            <a:rPr lang="en-US" sz="2000" kern="1200" dirty="0">
              <a:solidFill>
                <a:schemeClr val="bg1">
                  <a:lumMod val="95000"/>
                </a:schemeClr>
              </a:solidFill>
              <a:latin typeface="Times New Roman" panose="02020603050405020304" pitchFamily="18" charset="0"/>
              <a:cs typeface="Times New Roman" panose="02020603050405020304" pitchFamily="18" charset="0"/>
            </a:rPr>
            <a:t>Arrays: The seat array is a two-dimensional array used to represent the seating arrangement. It stores boolean values to indicate whether a seat is booked or not.</a:t>
          </a:r>
          <a:endParaRPr lang="en-IN" sz="2000" kern="1200" dirty="0">
            <a:solidFill>
              <a:schemeClr val="bg1">
                <a:lumMod val="95000"/>
              </a:schemeClr>
            </a:solidFill>
            <a:latin typeface="Times New Roman" panose="02020603050405020304" pitchFamily="18" charset="0"/>
            <a:cs typeface="Times New Roman" panose="02020603050405020304" pitchFamily="18" charset="0"/>
          </a:endParaRPr>
        </a:p>
        <a:p>
          <a:pPr marL="228600" lvl="1" indent="-228600" algn="l" defTabSz="889000">
            <a:lnSpc>
              <a:spcPct val="150000"/>
            </a:lnSpc>
            <a:spcBef>
              <a:spcPct val="0"/>
            </a:spcBef>
            <a:spcAft>
              <a:spcPct val="20000"/>
            </a:spcAft>
            <a:buChar char="•"/>
          </a:pPr>
          <a:r>
            <a:rPr lang="en-US" sz="2000" kern="1200" dirty="0">
              <a:solidFill>
                <a:schemeClr val="bg1">
                  <a:lumMod val="95000"/>
                </a:schemeClr>
              </a:solidFill>
              <a:latin typeface="Times New Roman" panose="02020603050405020304" pitchFamily="18" charset="0"/>
              <a:cs typeface="Times New Roman" panose="02020603050405020304" pitchFamily="18" charset="0"/>
            </a:rPr>
            <a:t>Input/output handling: The Scanner class is used to handle user input from the console. The program prompts the user for input and reads the user's choices and seat numbers.</a:t>
          </a:r>
          <a:endParaRPr lang="en-IN" sz="2000" kern="1200" dirty="0">
            <a:solidFill>
              <a:schemeClr val="bg1">
                <a:lumMod val="95000"/>
              </a:schemeClr>
            </a:solidFill>
            <a:latin typeface="Times New Roman" panose="02020603050405020304" pitchFamily="18" charset="0"/>
            <a:cs typeface="Times New Roman" panose="02020603050405020304" pitchFamily="18" charset="0"/>
          </a:endParaRPr>
        </a:p>
      </dsp:txBody>
      <dsp:txXfrm>
        <a:off x="0" y="743497"/>
        <a:ext cx="10882863" cy="3208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6FF1F-E761-47F2-9748-237C6C686880}">
      <dsp:nvSpPr>
        <dsp:cNvPr id="0" name=""/>
        <dsp:cNvSpPr/>
      </dsp:nvSpPr>
      <dsp:spPr>
        <a:xfrm>
          <a:off x="0" y="169980"/>
          <a:ext cx="11363907"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Functionalities:</a:t>
          </a:r>
          <a:endParaRPr lang="en-IN" sz="2100" kern="1200"/>
        </a:p>
      </dsp:txBody>
      <dsp:txXfrm>
        <a:off x="23988" y="193968"/>
        <a:ext cx="11315931" cy="443423"/>
      </dsp:txXfrm>
    </dsp:sp>
    <dsp:sp modelId="{6156542C-87CA-4417-A17A-0C4F1DFCFC64}">
      <dsp:nvSpPr>
        <dsp:cNvPr id="0" name=""/>
        <dsp:cNvSpPr/>
      </dsp:nvSpPr>
      <dsp:spPr>
        <a:xfrm>
          <a:off x="0" y="661380"/>
          <a:ext cx="11363907" cy="3390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804" tIns="26670" rIns="149352" bIns="26670" numCol="1" spcCol="1270" anchor="t" anchorCtr="0">
          <a:noAutofit/>
        </a:bodyPr>
        <a:lstStyle/>
        <a:p>
          <a:pPr marL="171450" lvl="1" indent="-171450" algn="l" defTabSz="711200">
            <a:lnSpc>
              <a:spcPct val="150000"/>
            </a:lnSpc>
            <a:spcBef>
              <a:spcPct val="0"/>
            </a:spcBef>
            <a:spcAft>
              <a:spcPct val="20000"/>
            </a:spcAft>
            <a:buChar char="•"/>
          </a:pPr>
          <a:r>
            <a:rPr lang="en-US" sz="1600" kern="1200" dirty="0">
              <a:solidFill>
                <a:schemeClr val="bg1">
                  <a:lumMod val="95000"/>
                </a:schemeClr>
              </a:solidFill>
              <a:latin typeface="Times New Roman" panose="02020603050405020304" pitchFamily="18" charset="0"/>
              <a:cs typeface="Times New Roman" panose="02020603050405020304" pitchFamily="18" charset="0"/>
            </a:rPr>
            <a:t>Booking a seat: The user can choose to book a seat by entering the row and seat number. The program checks if the seat is available and books it if it is free.</a:t>
          </a:r>
          <a:endParaRPr lang="en-IN" sz="1600" kern="1200" dirty="0">
            <a:solidFill>
              <a:schemeClr val="bg1">
                <a:lumMod val="95000"/>
              </a:schemeClr>
            </a:solidFill>
            <a:latin typeface="Times New Roman" panose="02020603050405020304" pitchFamily="18" charset="0"/>
            <a:cs typeface="Times New Roman" panose="02020603050405020304" pitchFamily="18" charset="0"/>
          </a:endParaRPr>
        </a:p>
        <a:p>
          <a:pPr marL="171450" lvl="1" indent="-171450" algn="l" defTabSz="711200">
            <a:lnSpc>
              <a:spcPct val="150000"/>
            </a:lnSpc>
            <a:spcBef>
              <a:spcPct val="0"/>
            </a:spcBef>
            <a:spcAft>
              <a:spcPct val="20000"/>
            </a:spcAft>
            <a:buChar char="•"/>
          </a:pPr>
          <a:r>
            <a:rPr lang="en-US" sz="1600" kern="1200" dirty="0">
              <a:solidFill>
                <a:schemeClr val="bg1">
                  <a:lumMod val="95000"/>
                </a:schemeClr>
              </a:solidFill>
              <a:latin typeface="Times New Roman" panose="02020603050405020304" pitchFamily="18" charset="0"/>
              <a:cs typeface="Times New Roman" panose="02020603050405020304" pitchFamily="18" charset="0"/>
            </a:rPr>
            <a:t>Canceling a booking: The user can choose to cancel a booking by entering the row and seat number. The program checks if the seat is booked and cancels the booking if it is reserved.</a:t>
          </a:r>
          <a:endParaRPr lang="en-IN" sz="1600" kern="1200" dirty="0">
            <a:solidFill>
              <a:schemeClr val="bg1">
                <a:lumMod val="95000"/>
              </a:schemeClr>
            </a:solidFill>
            <a:latin typeface="Times New Roman" panose="02020603050405020304" pitchFamily="18" charset="0"/>
            <a:cs typeface="Times New Roman" panose="02020603050405020304" pitchFamily="18" charset="0"/>
          </a:endParaRPr>
        </a:p>
        <a:p>
          <a:pPr marL="171450" lvl="1" indent="-171450" algn="l" defTabSz="711200">
            <a:lnSpc>
              <a:spcPct val="150000"/>
            </a:lnSpc>
            <a:spcBef>
              <a:spcPct val="0"/>
            </a:spcBef>
            <a:spcAft>
              <a:spcPct val="20000"/>
            </a:spcAft>
            <a:buChar char="•"/>
          </a:pPr>
          <a:r>
            <a:rPr lang="en-US" sz="1600" kern="1200" dirty="0">
              <a:solidFill>
                <a:schemeClr val="bg1">
                  <a:lumMod val="95000"/>
                </a:schemeClr>
              </a:solidFill>
              <a:latin typeface="Times New Roman" panose="02020603050405020304" pitchFamily="18" charset="0"/>
              <a:cs typeface="Times New Roman" panose="02020603050405020304" pitchFamily="18" charset="0"/>
            </a:rPr>
            <a:t>Validating seat numbers: The program validates the entered row and seat numbers to ensure they are within the valid range (1-10).</a:t>
          </a:r>
          <a:endParaRPr lang="en-IN" sz="1600" kern="1200" dirty="0">
            <a:solidFill>
              <a:schemeClr val="bg1">
                <a:lumMod val="95000"/>
              </a:schemeClr>
            </a:solidFill>
            <a:latin typeface="Times New Roman" panose="02020603050405020304" pitchFamily="18" charset="0"/>
            <a:cs typeface="Times New Roman" panose="02020603050405020304" pitchFamily="18" charset="0"/>
          </a:endParaRPr>
        </a:p>
        <a:p>
          <a:pPr marL="171450" lvl="1" indent="-171450" algn="l" defTabSz="711200">
            <a:lnSpc>
              <a:spcPct val="150000"/>
            </a:lnSpc>
            <a:spcBef>
              <a:spcPct val="0"/>
            </a:spcBef>
            <a:spcAft>
              <a:spcPct val="20000"/>
            </a:spcAft>
            <a:buChar char="•"/>
          </a:pPr>
          <a:r>
            <a:rPr lang="en-US" sz="1600" kern="1200" dirty="0">
              <a:solidFill>
                <a:schemeClr val="bg1">
                  <a:lumMod val="95000"/>
                </a:schemeClr>
              </a:solidFill>
              <a:latin typeface="Times New Roman" panose="02020603050405020304" pitchFamily="18" charset="0"/>
              <a:cs typeface="Times New Roman" panose="02020603050405020304" pitchFamily="18" charset="0"/>
            </a:rPr>
            <a:t>Exiting the program: The user can choose to exit the program by entering 'exit', which breaks out of the while loop and closes the Scanner object.</a:t>
          </a:r>
          <a:endParaRPr lang="en-IN" sz="1600" kern="1200" dirty="0">
            <a:solidFill>
              <a:schemeClr val="bg1">
                <a:lumMod val="95000"/>
              </a:schemeClr>
            </a:solidFill>
            <a:latin typeface="Times New Roman" panose="02020603050405020304" pitchFamily="18" charset="0"/>
            <a:cs typeface="Times New Roman" panose="02020603050405020304" pitchFamily="18" charset="0"/>
          </a:endParaRPr>
        </a:p>
        <a:p>
          <a:pPr marL="171450" lvl="1" indent="-171450" algn="l" defTabSz="711200">
            <a:lnSpc>
              <a:spcPct val="150000"/>
            </a:lnSpc>
            <a:spcBef>
              <a:spcPct val="0"/>
            </a:spcBef>
            <a:spcAft>
              <a:spcPct val="20000"/>
            </a:spcAft>
            <a:buChar char="•"/>
          </a:pPr>
          <a:r>
            <a:rPr lang="en-US" sz="1600" kern="1200" dirty="0">
              <a:solidFill>
                <a:schemeClr val="bg1">
                  <a:lumMod val="95000"/>
                </a:schemeClr>
              </a:solidFill>
              <a:latin typeface="Times New Roman" panose="02020603050405020304" pitchFamily="18" charset="0"/>
              <a:cs typeface="Times New Roman" panose="02020603050405020304" pitchFamily="18" charset="0"/>
            </a:rPr>
            <a:t>Error handling: The program provides error messages for invalid input and prompts the user to try again. It ensures that the user enters valid input for booking, canceling, or exiting</a:t>
          </a:r>
          <a:endParaRPr lang="en-IN" sz="1600" kern="1200" dirty="0">
            <a:solidFill>
              <a:schemeClr val="bg1">
                <a:lumMod val="95000"/>
              </a:schemeClr>
            </a:solidFill>
            <a:latin typeface="Times New Roman" panose="02020603050405020304" pitchFamily="18" charset="0"/>
            <a:cs typeface="Times New Roman" panose="02020603050405020304" pitchFamily="18" charset="0"/>
          </a:endParaRPr>
        </a:p>
      </dsp:txBody>
      <dsp:txXfrm>
        <a:off x="0" y="661380"/>
        <a:ext cx="11363907" cy="339066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4/29/2024</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4/29/2024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STADIUM SEAT BOOKING SYSTEM</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761488" y="3870898"/>
            <a:ext cx="8845794" cy="1736800"/>
          </a:xfrm>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COMPUTATIONAL THINKING FOR OBJECT-ORIENTED DESIGN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COURSE CODE: 23SC1203</a:t>
            </a:r>
          </a:p>
        </p:txBody>
      </p:sp>
      <p:sp>
        <p:nvSpPr>
          <p:cNvPr id="4" name="TextBox 3">
            <a:extLst>
              <a:ext uri="{FF2B5EF4-FFF2-40B4-BE49-F238E27FC236}">
                <a16:creationId xmlns:a16="http://schemas.microsoft.com/office/drawing/2014/main" id="{8C7A66CF-E242-23AA-4D96-BCD668880B2A}"/>
              </a:ext>
            </a:extLst>
          </p:cNvPr>
          <p:cNvSpPr txBox="1"/>
          <p:nvPr/>
        </p:nvSpPr>
        <p:spPr>
          <a:xfrm>
            <a:off x="1455575" y="5607698"/>
            <a:ext cx="10366310" cy="707886"/>
          </a:xfrm>
          <a:prstGeom prst="rect">
            <a:avLst/>
          </a:prstGeom>
          <a:noFill/>
        </p:spPr>
        <p:txBody>
          <a:bodyPr wrap="square" rtlCol="0">
            <a:spAutoFit/>
          </a:bodyPr>
          <a:lstStyle/>
          <a:p>
            <a:r>
              <a:rPr lang="en-US" sz="20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[The stadium seat booking system uses Java to streamline the ticketing process, improve customer experience, and increase efficiency for both customers and stadium staff ]</a:t>
            </a:r>
            <a:endParaRPr lang="en-IN" sz="20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42645" y="1478902"/>
            <a:ext cx="7781544" cy="859055"/>
          </a:xfrm>
        </p:spPr>
        <p:txBody>
          <a:bodyPr>
            <a:normAutofit/>
          </a:bodyPr>
          <a:lstStyle/>
          <a:p>
            <a:r>
              <a:rPr lang="en-US" sz="3600" dirty="0">
                <a:latin typeface="Times New Roman" panose="02020603050405020304" pitchFamily="18" charset="0"/>
                <a:cs typeface="Times New Roman" panose="02020603050405020304" pitchFamily="18" charset="0"/>
              </a:rPr>
              <a:t>TABLE OF CONTENTS</a:t>
            </a:r>
          </a:p>
        </p:txBody>
      </p:sp>
      <p:graphicFrame>
        <p:nvGraphicFramePr>
          <p:cNvPr id="3" name="Diagram 2">
            <a:extLst>
              <a:ext uri="{FF2B5EF4-FFF2-40B4-BE49-F238E27FC236}">
                <a16:creationId xmlns:a16="http://schemas.microsoft.com/office/drawing/2014/main" id="{89F24422-27D5-3A88-85BC-C9A110F0499F}"/>
              </a:ext>
            </a:extLst>
          </p:cNvPr>
          <p:cNvGraphicFramePr/>
          <p:nvPr>
            <p:extLst>
              <p:ext uri="{D42A27DB-BD31-4B8C-83A1-F6EECF244321}">
                <p14:modId xmlns:p14="http://schemas.microsoft.com/office/powerpoint/2010/main" val="1543685013"/>
              </p:ext>
            </p:extLst>
          </p:nvPr>
        </p:nvGraphicFramePr>
        <p:xfrm>
          <a:off x="342645" y="2422227"/>
          <a:ext cx="8605412" cy="38928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664153" y="1673592"/>
            <a:ext cx="7781544" cy="859055"/>
          </a:xfrm>
        </p:spPr>
        <p:txBody>
          <a:bodyPr>
            <a:normAutofit/>
          </a:bodyPr>
          <a:lstStyle/>
          <a:p>
            <a:r>
              <a:rPr lang="en-US" sz="4000" dirty="0">
                <a:latin typeface="Times New Roman" panose="02020603050405020304" pitchFamily="18" charset="0"/>
                <a:cs typeface="Times New Roman" panose="02020603050405020304" pitchFamily="18" charset="0"/>
              </a:rPr>
              <a:t>TEAM MEMBERS</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a:xfrm>
            <a:off x="794527" y="3063240"/>
            <a:ext cx="6803136" cy="2423160"/>
          </a:xfrm>
        </p:spPr>
        <p:txBody>
          <a:bodyPr>
            <a:normAutofit/>
          </a:bodyPr>
          <a:lstStyle/>
          <a:p>
            <a:r>
              <a:rPr lang="en-US" sz="2000" dirty="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2320040025 CH SRIYOSHIJA </a:t>
            </a:r>
          </a:p>
          <a:p>
            <a:r>
              <a:rPr lang="en-US" sz="2000" dirty="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2320030285 G RUESHIKESH REDDY</a:t>
            </a:r>
          </a:p>
          <a:p>
            <a:r>
              <a:rPr lang="en-US" sz="2000" dirty="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2320030078 M SREE VATHSAV</a:t>
            </a:r>
          </a:p>
          <a:p>
            <a:r>
              <a:rPr lang="en-US" sz="2000" dirty="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2320040125 B MEGHANA SREE</a:t>
            </a:r>
          </a:p>
          <a:p>
            <a:r>
              <a:rPr lang="en-US" sz="2000" dirty="0">
                <a:solidFill>
                  <a:schemeClr val="bg1">
                    <a:lumMod val="95000"/>
                  </a:schemeClr>
                </a:solidFill>
                <a:latin typeface="Times New Roman" panose="02020603050405020304" pitchFamily="18" charset="0"/>
                <a:ea typeface="Calibri" panose="020F0502020204030204" pitchFamily="34" charset="0"/>
                <a:cs typeface="Times New Roman" panose="02020603050405020304" pitchFamily="18" charset="0"/>
              </a:rPr>
              <a:t>2320040120 K ANVITHA REDDY</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2236AD-3E0C-2304-892C-259E95BB9101}"/>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4" name="Text Placeholder 3">
            <a:extLst>
              <a:ext uri="{FF2B5EF4-FFF2-40B4-BE49-F238E27FC236}">
                <a16:creationId xmlns:a16="http://schemas.microsoft.com/office/drawing/2014/main" id="{310D5EC3-8C7D-6CE2-D3DA-808A5AAD4194}"/>
              </a:ext>
            </a:extLst>
          </p:cNvPr>
          <p:cNvSpPr>
            <a:spLocks noGrp="1"/>
          </p:cNvSpPr>
          <p:nvPr>
            <p:ph type="body" sz="quarter" idx="13"/>
          </p:nvPr>
        </p:nvSpPr>
        <p:spPr/>
        <p:txBody>
          <a:bodyPr>
            <a:normAutofit/>
          </a:bodyPr>
          <a:lstStyle/>
          <a:p>
            <a:r>
              <a:rPr lang="en-IN" sz="7200" dirty="0">
                <a:latin typeface="Bookman Old Style" panose="02050604050505020204" pitchFamily="18" charset="0"/>
              </a:rPr>
              <a:t>ABSTRACT</a:t>
            </a:r>
          </a:p>
        </p:txBody>
      </p:sp>
    </p:spTree>
    <p:extLst>
      <p:ext uri="{BB962C8B-B14F-4D97-AF65-F5344CB8AC3E}">
        <p14:creationId xmlns:p14="http://schemas.microsoft.com/office/powerpoint/2010/main" val="2950275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BA7D-C2DB-601C-50E5-F0822D550393}"/>
              </a:ext>
            </a:extLst>
          </p:cNvPr>
          <p:cNvSpPr>
            <a:spLocks noGrp="1"/>
          </p:cNvSpPr>
          <p:nvPr>
            <p:ph type="title"/>
          </p:nvPr>
        </p:nvSpPr>
        <p:spPr/>
        <p:txBody>
          <a:bodyPr/>
          <a:lstStyle/>
          <a:p>
            <a:r>
              <a:rPr lang="en-US" dirty="0"/>
              <a:t>Stadium Seat Booking System</a:t>
            </a:r>
            <a:endParaRPr lang="en-IN" dirty="0"/>
          </a:p>
        </p:txBody>
      </p:sp>
      <p:sp>
        <p:nvSpPr>
          <p:cNvPr id="3" name="Slide Number Placeholder 2">
            <a:extLst>
              <a:ext uri="{FF2B5EF4-FFF2-40B4-BE49-F238E27FC236}">
                <a16:creationId xmlns:a16="http://schemas.microsoft.com/office/drawing/2014/main" id="{6ACB1CE8-7BFD-37AE-5CAB-7C704A4F9D23}"/>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4" name="Text Placeholder 3">
            <a:extLst>
              <a:ext uri="{FF2B5EF4-FFF2-40B4-BE49-F238E27FC236}">
                <a16:creationId xmlns:a16="http://schemas.microsoft.com/office/drawing/2014/main" id="{9C3449E2-8066-6643-F2C5-9C153D3D6398}"/>
              </a:ext>
            </a:extLst>
          </p:cNvPr>
          <p:cNvSpPr>
            <a:spLocks noGrp="1"/>
          </p:cNvSpPr>
          <p:nvPr>
            <p:ph type="body" sz="quarter" idx="13"/>
          </p:nvPr>
        </p:nvSpPr>
        <p:spPr>
          <a:xfrm>
            <a:off x="133739" y="1567007"/>
            <a:ext cx="11924522" cy="4930630"/>
          </a:xfrm>
        </p:spPr>
        <p:txBody>
          <a:bodyPr>
            <a:normAutofit lnSpcReduction="10000"/>
          </a:bodyPr>
          <a:lstStyle/>
          <a:p>
            <a:pPr marL="0" indent="0" algn="l">
              <a:lnSpc>
                <a:spcPct val="150000"/>
              </a:lnSpc>
              <a:buNone/>
            </a:pPr>
            <a:r>
              <a:rPr lang="en-US" sz="1600" dirty="0">
                <a:latin typeface="Times New Roman" panose="02020603050405020304" pitchFamily="18" charset="0"/>
                <a:cs typeface="Times New Roman" panose="02020603050405020304" pitchFamily="18" charset="0"/>
              </a:rPr>
              <a:t>This project is dedicated to revolutionizing the stadium seat booking process by tackling the issue of efficient seat allocation. Leveraging the power of Java programming, the project aims to develop advanced algorithms that intelligently assign seats based on user preferences, seat availability, and specific constraints.</a:t>
            </a:r>
          </a:p>
          <a:p>
            <a:pPr marL="0" indent="0" algn="l">
              <a:lnSpc>
                <a:spcPct val="150000"/>
              </a:lnSpc>
              <a:buNone/>
            </a:pPr>
            <a:r>
              <a:rPr lang="en-US" sz="1600" dirty="0">
                <a:latin typeface="Times New Roman" panose="02020603050405020304" pitchFamily="18" charset="0"/>
                <a:cs typeface="Times New Roman" panose="02020603050405020304" pitchFamily="18" charset="0"/>
              </a:rPr>
              <a:t> By implementing cutting-edge seat allocation strategies, this project strives to enhance the overall user experience and optimize the booking process in stadium settings.</a:t>
            </a:r>
          </a:p>
          <a:p>
            <a:pPr algn="l">
              <a:lnSpc>
                <a:spcPct val="150000"/>
              </a:lnSpc>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The project's primary focus is on creating a robust and user-friendly system that simplifies the seat selection process for customers while maximizing the utilization of available seating capacity. Through the integration of innovative algorithms and data structures, the system will be able to efficiently allocate seats in real-time, taking into account factors such as group bookings, seat preferences, and seating constraints.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algn="l">
              <a:lnSpc>
                <a:spcPct val="150000"/>
              </a:lnSpc>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Furthermore, the project will prioritize scalability and performance to ensure seamless operation during peak booking periods. By incorporating features such as dynamic seat mapping and intelligent seat recommendation systems, the project aims to provide a personalized and efficient booking experience for users.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538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E1505-3130-FF9B-715C-CC502498D1F6}"/>
              </a:ext>
            </a:extLst>
          </p:cNvPr>
          <p:cNvSpPr>
            <a:spLocks noGrp="1"/>
          </p:cNvSpPr>
          <p:nvPr>
            <p:ph type="title"/>
          </p:nvPr>
        </p:nvSpPr>
        <p:spPr/>
        <p:txBody>
          <a:bodyPr/>
          <a:lstStyle/>
          <a:p>
            <a:r>
              <a:rPr lang="en-IN" dirty="0"/>
              <a:t>Key features</a:t>
            </a:r>
          </a:p>
        </p:txBody>
      </p:sp>
      <p:sp>
        <p:nvSpPr>
          <p:cNvPr id="3" name="Slide Number Placeholder 2">
            <a:extLst>
              <a:ext uri="{FF2B5EF4-FFF2-40B4-BE49-F238E27FC236}">
                <a16:creationId xmlns:a16="http://schemas.microsoft.com/office/drawing/2014/main" id="{00C16CC4-29DD-A7D5-A464-54A6448B9BA2}"/>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6" name="Rectangle 5">
            <a:extLst>
              <a:ext uri="{FF2B5EF4-FFF2-40B4-BE49-F238E27FC236}">
                <a16:creationId xmlns:a16="http://schemas.microsoft.com/office/drawing/2014/main" id="{7E8D369D-20EB-5565-29FC-85B8ADC3E091}"/>
              </a:ext>
            </a:extLst>
          </p:cNvPr>
          <p:cNvSpPr/>
          <p:nvPr/>
        </p:nvSpPr>
        <p:spPr>
          <a:xfrm>
            <a:off x="444500" y="1690590"/>
            <a:ext cx="11022822" cy="4544008"/>
          </a:xfrm>
          <a:prstGeom prst="rect">
            <a:avLst/>
          </a:prstGeom>
        </p:spPr>
        <p:txBody>
          <a:bodyPr/>
          <a:lstStyle/>
          <a:p>
            <a:pPr lvl="0"/>
            <a:r>
              <a:rPr lang="en-US" dirty="0">
                <a:solidFill>
                  <a:schemeClr val="bg1">
                    <a:lumMod val="95000"/>
                  </a:schemeClr>
                </a:solidFill>
                <a:latin typeface="Times New Roman" panose="02020603050405020304" pitchFamily="18" charset="0"/>
                <a:cs typeface="Times New Roman" panose="02020603050405020304" pitchFamily="18" charset="0"/>
              </a:rPr>
              <a:t>[1] Seat Availability:</a:t>
            </a:r>
          </a:p>
          <a:p>
            <a:pPr lvl="0"/>
            <a:r>
              <a:rPr lang="en-US" dirty="0">
                <a:solidFill>
                  <a:schemeClr val="bg1">
                    <a:lumMod val="95000"/>
                  </a:schemeClr>
                </a:solidFill>
                <a:latin typeface="Times New Roman" panose="02020603050405020304" pitchFamily="18" charset="0"/>
                <a:cs typeface="Times New Roman" panose="02020603050405020304" pitchFamily="18" charset="0"/>
              </a:rPr>
              <a:t>                              The system updates seat availability, indicating which seats are already booked and which are still available for selection.</a:t>
            </a:r>
          </a:p>
          <a:p>
            <a:pPr lvl="0"/>
            <a:endParaRPr lang="en-IN" dirty="0">
              <a:solidFill>
                <a:schemeClr val="bg1">
                  <a:lumMod val="95000"/>
                </a:schemeClr>
              </a:solidFill>
              <a:latin typeface="Times New Roman" panose="02020603050405020304" pitchFamily="18" charset="0"/>
              <a:cs typeface="Times New Roman" panose="02020603050405020304" pitchFamily="18" charset="0"/>
            </a:endParaRPr>
          </a:p>
          <a:p>
            <a:pPr lvl="0"/>
            <a:r>
              <a:rPr lang="en-US" dirty="0">
                <a:solidFill>
                  <a:schemeClr val="bg1">
                    <a:lumMod val="95000"/>
                  </a:schemeClr>
                </a:solidFill>
                <a:latin typeface="Times New Roman" panose="02020603050405020304" pitchFamily="18" charset="0"/>
                <a:cs typeface="Times New Roman" panose="02020603050405020304" pitchFamily="18" charset="0"/>
              </a:rPr>
              <a:t>[2] Booking Process: </a:t>
            </a:r>
          </a:p>
          <a:p>
            <a:pPr lvl="0"/>
            <a:r>
              <a:rPr lang="en-US" dirty="0">
                <a:solidFill>
                  <a:schemeClr val="bg1">
                    <a:lumMod val="95000"/>
                  </a:schemeClr>
                </a:solidFill>
                <a:latin typeface="Times New Roman" panose="02020603050405020304" pitchFamily="18" charset="0"/>
                <a:cs typeface="Times New Roman" panose="02020603050405020304" pitchFamily="18" charset="0"/>
              </a:rPr>
              <a:t>                              Once users have selected their desired seats, they can proceed to the booking process.</a:t>
            </a:r>
          </a:p>
          <a:p>
            <a:pPr lvl="0"/>
            <a:endParaRPr lang="en-IN" dirty="0">
              <a:solidFill>
                <a:schemeClr val="bg1">
                  <a:lumMod val="95000"/>
                </a:schemeClr>
              </a:solidFill>
              <a:latin typeface="Times New Roman" panose="02020603050405020304" pitchFamily="18" charset="0"/>
              <a:cs typeface="Times New Roman" panose="02020603050405020304" pitchFamily="18" charset="0"/>
            </a:endParaRPr>
          </a:p>
          <a:p>
            <a:pPr lvl="0"/>
            <a:r>
              <a:rPr lang="en-US" dirty="0">
                <a:solidFill>
                  <a:schemeClr val="bg1">
                    <a:lumMod val="95000"/>
                  </a:schemeClr>
                </a:solidFill>
                <a:latin typeface="Times New Roman" panose="02020603050405020304" pitchFamily="18" charset="0"/>
                <a:cs typeface="Times New Roman" panose="02020603050405020304" pitchFamily="18" charset="0"/>
              </a:rPr>
              <a:t>[3] Seat Reservation Management: </a:t>
            </a:r>
          </a:p>
          <a:p>
            <a:pPr lvl="0"/>
            <a:r>
              <a:rPr lang="en-US" dirty="0">
                <a:solidFill>
                  <a:schemeClr val="bg1">
                    <a:lumMod val="95000"/>
                  </a:schemeClr>
                </a:solidFill>
                <a:latin typeface="Times New Roman" panose="02020603050405020304" pitchFamily="18" charset="0"/>
                <a:cs typeface="Times New Roman" panose="02020603050405020304" pitchFamily="18" charset="0"/>
              </a:rPr>
              <a:t>                              This includes the option to cancel a booking if needed, freeing up the seats for other users to book.</a:t>
            </a:r>
          </a:p>
          <a:p>
            <a:pPr lvl="0"/>
            <a:endParaRPr lang="en-IN" dirty="0">
              <a:solidFill>
                <a:schemeClr val="bg1">
                  <a:lumMod val="95000"/>
                </a:schemeClr>
              </a:solidFill>
              <a:latin typeface="Times New Roman" panose="02020603050405020304" pitchFamily="18" charset="0"/>
              <a:cs typeface="Times New Roman" panose="02020603050405020304" pitchFamily="18" charset="0"/>
            </a:endParaRPr>
          </a:p>
          <a:p>
            <a:pPr lvl="0"/>
            <a:r>
              <a:rPr lang="en-US" dirty="0">
                <a:solidFill>
                  <a:schemeClr val="bg1">
                    <a:lumMod val="95000"/>
                  </a:schemeClr>
                </a:solidFill>
                <a:latin typeface="Times New Roman" panose="02020603050405020304" pitchFamily="18" charset="0"/>
                <a:cs typeface="Times New Roman" panose="02020603050405020304" pitchFamily="18" charset="0"/>
              </a:rPr>
              <a:t>[4] Seat Release: </a:t>
            </a:r>
          </a:p>
          <a:p>
            <a:pPr lvl="0"/>
            <a:r>
              <a:rPr lang="en-US" dirty="0">
                <a:solidFill>
                  <a:schemeClr val="bg1">
                    <a:lumMod val="95000"/>
                  </a:schemeClr>
                </a:solidFill>
                <a:latin typeface="Times New Roman" panose="02020603050405020304" pitchFamily="18" charset="0"/>
                <a:cs typeface="Times New Roman" panose="02020603050405020304" pitchFamily="18" charset="0"/>
              </a:rPr>
              <a:t>                             If a user cancels a booking, the system should automatically release the reserved seats back into the available pool for other users to book. This ensures that seats are efficiently utilized and not left unoccupied.</a:t>
            </a:r>
            <a:endParaRPr lang="en-IN"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0700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31443-62BF-4C6A-CA49-B8B2552E9E80}"/>
              </a:ext>
            </a:extLst>
          </p:cNvPr>
          <p:cNvSpPr>
            <a:spLocks noGrp="1"/>
          </p:cNvSpPr>
          <p:nvPr>
            <p:ph type="title"/>
          </p:nvPr>
        </p:nvSpPr>
        <p:spPr/>
        <p:txBody>
          <a:bodyPr/>
          <a:lstStyle/>
          <a:p>
            <a:r>
              <a:rPr lang="en-IN" dirty="0"/>
              <a:t>Concepts and Functionalities</a:t>
            </a:r>
          </a:p>
        </p:txBody>
      </p:sp>
      <p:sp>
        <p:nvSpPr>
          <p:cNvPr id="3" name="Slide Number Placeholder 2">
            <a:extLst>
              <a:ext uri="{FF2B5EF4-FFF2-40B4-BE49-F238E27FC236}">
                <a16:creationId xmlns:a16="http://schemas.microsoft.com/office/drawing/2014/main" id="{283F0A05-A6DA-126F-50CB-28A70A21D3E4}"/>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graphicFrame>
        <p:nvGraphicFramePr>
          <p:cNvPr id="5" name="Diagram 4">
            <a:extLst>
              <a:ext uri="{FF2B5EF4-FFF2-40B4-BE49-F238E27FC236}">
                <a16:creationId xmlns:a16="http://schemas.microsoft.com/office/drawing/2014/main" id="{EFCB31F1-9ED3-806B-37F6-AAA3D943FAD0}"/>
              </a:ext>
            </a:extLst>
          </p:cNvPr>
          <p:cNvGraphicFramePr/>
          <p:nvPr>
            <p:extLst>
              <p:ext uri="{D42A27DB-BD31-4B8C-83A1-F6EECF244321}">
                <p14:modId xmlns:p14="http://schemas.microsoft.com/office/powerpoint/2010/main" val="3506785362"/>
              </p:ext>
            </p:extLst>
          </p:nvPr>
        </p:nvGraphicFramePr>
        <p:xfrm>
          <a:off x="444499" y="1749569"/>
          <a:ext cx="10882863" cy="39700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2949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E64459-7015-B631-90A0-F8CD829117E6}"/>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graphicFrame>
        <p:nvGraphicFramePr>
          <p:cNvPr id="5" name="Diagram 4">
            <a:extLst>
              <a:ext uri="{FF2B5EF4-FFF2-40B4-BE49-F238E27FC236}">
                <a16:creationId xmlns:a16="http://schemas.microsoft.com/office/drawing/2014/main" id="{C8648D49-AF85-541A-A757-72C35034CC29}"/>
              </a:ext>
            </a:extLst>
          </p:cNvPr>
          <p:cNvGraphicFramePr/>
          <p:nvPr>
            <p:extLst>
              <p:ext uri="{D42A27DB-BD31-4B8C-83A1-F6EECF244321}">
                <p14:modId xmlns:p14="http://schemas.microsoft.com/office/powerpoint/2010/main" val="615492376"/>
              </p:ext>
            </p:extLst>
          </p:nvPr>
        </p:nvGraphicFramePr>
        <p:xfrm>
          <a:off x="401994" y="1317989"/>
          <a:ext cx="11363908" cy="42220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6336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E14952-3D94-0BF5-0779-F2E6A04A3579}"/>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sp>
        <p:nvSpPr>
          <p:cNvPr id="4" name="Text Placeholder 3">
            <a:extLst>
              <a:ext uri="{FF2B5EF4-FFF2-40B4-BE49-F238E27FC236}">
                <a16:creationId xmlns:a16="http://schemas.microsoft.com/office/drawing/2014/main" id="{5D6594A7-3339-ADFA-F030-C88D2D8F9B38}"/>
              </a:ext>
            </a:extLst>
          </p:cNvPr>
          <p:cNvSpPr>
            <a:spLocks noGrp="1"/>
          </p:cNvSpPr>
          <p:nvPr>
            <p:ph type="body" sz="quarter" idx="13"/>
          </p:nvPr>
        </p:nvSpPr>
        <p:spPr/>
        <p:txBody>
          <a:bodyPr>
            <a:normAutofit/>
          </a:bodyPr>
          <a:lstStyle/>
          <a:p>
            <a:r>
              <a:rPr lang="en-IN" sz="7200" dirty="0">
                <a:latin typeface="Bookman Old Style" panose="02050604050505020204" pitchFamily="18" charset="0"/>
                <a:cs typeface="Times New Roman" panose="02020603050405020304" pitchFamily="18" charset="0"/>
              </a:rPr>
              <a:t>CLASS DIAGRAM</a:t>
            </a:r>
          </a:p>
        </p:txBody>
      </p:sp>
    </p:spTree>
    <p:extLst>
      <p:ext uri="{BB962C8B-B14F-4D97-AF65-F5344CB8AC3E}">
        <p14:creationId xmlns:p14="http://schemas.microsoft.com/office/powerpoint/2010/main" val="1222661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C562FE-2F06-4735-B9A9-18716DA71455}"/>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pic>
        <p:nvPicPr>
          <p:cNvPr id="5" name="Picture 4">
            <a:extLst>
              <a:ext uri="{FF2B5EF4-FFF2-40B4-BE49-F238E27FC236}">
                <a16:creationId xmlns:a16="http://schemas.microsoft.com/office/drawing/2014/main" id="{5E5CECC1-BC22-1A7A-D86E-79417523879B}"/>
              </a:ext>
            </a:extLst>
          </p:cNvPr>
          <p:cNvPicPr>
            <a:picLocks noChangeAspect="1"/>
          </p:cNvPicPr>
          <p:nvPr/>
        </p:nvPicPr>
        <p:blipFill>
          <a:blip r:embed="rId2"/>
          <a:stretch>
            <a:fillRect/>
          </a:stretch>
        </p:blipFill>
        <p:spPr>
          <a:xfrm>
            <a:off x="2162058" y="1583001"/>
            <a:ext cx="6420746" cy="4344006"/>
          </a:xfrm>
          <a:prstGeom prst="rect">
            <a:avLst/>
          </a:prstGeom>
        </p:spPr>
      </p:pic>
    </p:spTree>
    <p:extLst>
      <p:ext uri="{BB962C8B-B14F-4D97-AF65-F5344CB8AC3E}">
        <p14:creationId xmlns:p14="http://schemas.microsoft.com/office/powerpoint/2010/main" val="471310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E8E2F09-C634-7E0D-2A96-B2E13B0874C9}"/>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Text Placeholder 3">
            <a:extLst>
              <a:ext uri="{FF2B5EF4-FFF2-40B4-BE49-F238E27FC236}">
                <a16:creationId xmlns:a16="http://schemas.microsoft.com/office/drawing/2014/main" id="{7804AB92-E959-0817-2974-F2ED71E21342}"/>
              </a:ext>
            </a:extLst>
          </p:cNvPr>
          <p:cNvSpPr>
            <a:spLocks noGrp="1"/>
          </p:cNvSpPr>
          <p:nvPr>
            <p:ph type="body" sz="quarter" idx="13"/>
          </p:nvPr>
        </p:nvSpPr>
        <p:spPr/>
        <p:txBody>
          <a:bodyPr>
            <a:normAutofit/>
          </a:bodyPr>
          <a:lstStyle/>
          <a:p>
            <a:r>
              <a:rPr lang="en-IN" sz="7200" dirty="0">
                <a:latin typeface="Bookman Old Style" panose="02050604050505020204" pitchFamily="18" charset="0"/>
              </a:rPr>
              <a:t>CODE</a:t>
            </a:r>
          </a:p>
        </p:txBody>
      </p:sp>
    </p:spTree>
    <p:extLst>
      <p:ext uri="{BB962C8B-B14F-4D97-AF65-F5344CB8AC3E}">
        <p14:creationId xmlns:p14="http://schemas.microsoft.com/office/powerpoint/2010/main" val="2232631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DAC0D3-ED49-1015-F453-86ADE432AC13}"/>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pic>
        <p:nvPicPr>
          <p:cNvPr id="6" name="Picture 5">
            <a:extLst>
              <a:ext uri="{FF2B5EF4-FFF2-40B4-BE49-F238E27FC236}">
                <a16:creationId xmlns:a16="http://schemas.microsoft.com/office/drawing/2014/main" id="{E2A7A456-8F8D-B595-04FF-A7AF7E49F3A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207932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65399C9-AEB0-73A9-6CE6-53A36B4B86A5}"/>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pic>
        <p:nvPicPr>
          <p:cNvPr id="6" name="Picture 5">
            <a:extLst>
              <a:ext uri="{FF2B5EF4-FFF2-40B4-BE49-F238E27FC236}">
                <a16:creationId xmlns:a16="http://schemas.microsoft.com/office/drawing/2014/main" id="{F495563A-19B7-A8D4-F71E-4FA89BD766B2}"/>
              </a:ext>
            </a:extLst>
          </p:cNvPr>
          <p:cNvPicPr>
            <a:picLocks noChangeAspect="1"/>
          </p:cNvPicPr>
          <p:nvPr/>
        </p:nvPicPr>
        <p:blipFill>
          <a:blip r:embed="rId2"/>
          <a:stretch>
            <a:fillRect/>
          </a:stretch>
        </p:blipFill>
        <p:spPr>
          <a:xfrm>
            <a:off x="1" y="0"/>
            <a:ext cx="12192000" cy="6858000"/>
          </a:xfrm>
          <a:prstGeom prst="rect">
            <a:avLst/>
          </a:prstGeom>
        </p:spPr>
      </p:pic>
    </p:spTree>
    <p:extLst>
      <p:ext uri="{BB962C8B-B14F-4D97-AF65-F5344CB8AC3E}">
        <p14:creationId xmlns:p14="http://schemas.microsoft.com/office/powerpoint/2010/main" val="1327799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E9D6699-C397-B12C-008B-96B5CD70A4EA}"/>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pic>
        <p:nvPicPr>
          <p:cNvPr id="6" name="Picture 5">
            <a:extLst>
              <a:ext uri="{FF2B5EF4-FFF2-40B4-BE49-F238E27FC236}">
                <a16:creationId xmlns:a16="http://schemas.microsoft.com/office/drawing/2014/main" id="{0328BF9A-E21F-20A4-9D2A-E8268F458AB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93543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D7E4284-1899-3071-27EF-0022ED7606B5}"/>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4" name="Text Placeholder 3">
            <a:extLst>
              <a:ext uri="{FF2B5EF4-FFF2-40B4-BE49-F238E27FC236}">
                <a16:creationId xmlns:a16="http://schemas.microsoft.com/office/drawing/2014/main" id="{5C3F7239-AA12-8513-6B0C-6ECBCD992D0C}"/>
              </a:ext>
            </a:extLst>
          </p:cNvPr>
          <p:cNvSpPr>
            <a:spLocks noGrp="1"/>
          </p:cNvSpPr>
          <p:nvPr>
            <p:ph type="body" sz="quarter" idx="13"/>
          </p:nvPr>
        </p:nvSpPr>
        <p:spPr/>
        <p:txBody>
          <a:bodyPr>
            <a:normAutofit/>
          </a:bodyPr>
          <a:lstStyle/>
          <a:p>
            <a:r>
              <a:rPr lang="en-IN" sz="7200" dirty="0">
                <a:latin typeface="Bookman Old Style" panose="02050604050505020204" pitchFamily="18" charset="0"/>
              </a:rPr>
              <a:t>EXECUTION</a:t>
            </a:r>
          </a:p>
        </p:txBody>
      </p:sp>
    </p:spTree>
    <p:extLst>
      <p:ext uri="{BB962C8B-B14F-4D97-AF65-F5344CB8AC3E}">
        <p14:creationId xmlns:p14="http://schemas.microsoft.com/office/powerpoint/2010/main" val="4166943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729CC95-EFCF-10B2-AE04-52BC3FF2DD03}"/>
              </a:ext>
            </a:extLst>
          </p:cNvPr>
          <p:cNvSpPr>
            <a:spLocks noGrp="1"/>
          </p:cNvSpPr>
          <p:nvPr>
            <p:ph type="sldNum" sz="quarter" idx="12"/>
          </p:nvPr>
        </p:nvSpPr>
        <p:spPr/>
        <p:txBody>
          <a:bodyPr/>
          <a:lstStyle/>
          <a:p>
            <a:fld id="{C263D6C4-4840-40CC-AC84-17E24B3B7BDE}" type="slidenum">
              <a:rPr lang="en-US" noProof="0" smtClean="0"/>
              <a:pPr/>
              <a:t>16</a:t>
            </a:fld>
            <a:endParaRPr lang="en-US" noProof="0" dirty="0"/>
          </a:p>
        </p:txBody>
      </p:sp>
      <p:pic>
        <p:nvPicPr>
          <p:cNvPr id="10" name="Picture 9">
            <a:extLst>
              <a:ext uri="{FF2B5EF4-FFF2-40B4-BE49-F238E27FC236}">
                <a16:creationId xmlns:a16="http://schemas.microsoft.com/office/drawing/2014/main" id="{CD76EB82-BEE6-B861-0D36-DBD378854535}"/>
              </a:ext>
            </a:extLst>
          </p:cNvPr>
          <p:cNvPicPr>
            <a:picLocks noChangeAspect="1"/>
          </p:cNvPicPr>
          <p:nvPr/>
        </p:nvPicPr>
        <p:blipFill>
          <a:blip r:embed="rId2"/>
          <a:stretch>
            <a:fillRect/>
          </a:stretch>
        </p:blipFill>
        <p:spPr>
          <a:xfrm>
            <a:off x="335902" y="2117628"/>
            <a:ext cx="4637315" cy="3216520"/>
          </a:xfrm>
          <a:prstGeom prst="rect">
            <a:avLst/>
          </a:prstGeom>
        </p:spPr>
      </p:pic>
      <p:pic>
        <p:nvPicPr>
          <p:cNvPr id="12" name="Picture 11">
            <a:extLst>
              <a:ext uri="{FF2B5EF4-FFF2-40B4-BE49-F238E27FC236}">
                <a16:creationId xmlns:a16="http://schemas.microsoft.com/office/drawing/2014/main" id="{4643EE84-A852-8C21-5D0F-64D5D9BD6FF7}"/>
              </a:ext>
            </a:extLst>
          </p:cNvPr>
          <p:cNvPicPr>
            <a:picLocks noChangeAspect="1"/>
          </p:cNvPicPr>
          <p:nvPr/>
        </p:nvPicPr>
        <p:blipFill>
          <a:blip r:embed="rId3"/>
          <a:stretch>
            <a:fillRect/>
          </a:stretch>
        </p:blipFill>
        <p:spPr>
          <a:xfrm>
            <a:off x="6818085" y="2117627"/>
            <a:ext cx="4637315" cy="3216521"/>
          </a:xfrm>
          <a:prstGeom prst="rect">
            <a:avLst/>
          </a:prstGeom>
        </p:spPr>
      </p:pic>
      <p:sp>
        <p:nvSpPr>
          <p:cNvPr id="13" name="TextBox 12">
            <a:extLst>
              <a:ext uri="{FF2B5EF4-FFF2-40B4-BE49-F238E27FC236}">
                <a16:creationId xmlns:a16="http://schemas.microsoft.com/office/drawing/2014/main" id="{1D9C0271-1261-05E9-BE58-13B9A8857FA7}"/>
              </a:ext>
            </a:extLst>
          </p:cNvPr>
          <p:cNvSpPr txBox="1"/>
          <p:nvPr/>
        </p:nvSpPr>
        <p:spPr>
          <a:xfrm>
            <a:off x="681135" y="1427584"/>
            <a:ext cx="3508310" cy="369332"/>
          </a:xfrm>
          <a:prstGeom prst="rect">
            <a:avLst/>
          </a:prstGeom>
          <a:noFill/>
        </p:spPr>
        <p:txBody>
          <a:bodyPr wrap="square" rtlCol="0">
            <a:spAutoFit/>
          </a:bodyPr>
          <a:lstStyle/>
          <a:p>
            <a:r>
              <a:rPr lang="en-IN" dirty="0">
                <a:solidFill>
                  <a:schemeClr val="bg1"/>
                </a:solidFill>
              </a:rPr>
              <a:t>TO BOOK A SEAT</a:t>
            </a:r>
          </a:p>
        </p:txBody>
      </p:sp>
      <p:sp>
        <p:nvSpPr>
          <p:cNvPr id="14" name="TextBox 13">
            <a:extLst>
              <a:ext uri="{FF2B5EF4-FFF2-40B4-BE49-F238E27FC236}">
                <a16:creationId xmlns:a16="http://schemas.microsoft.com/office/drawing/2014/main" id="{0A35B544-7028-7A93-9A0E-B98C9787498E}"/>
              </a:ext>
            </a:extLst>
          </p:cNvPr>
          <p:cNvSpPr txBox="1"/>
          <p:nvPr/>
        </p:nvSpPr>
        <p:spPr>
          <a:xfrm>
            <a:off x="7165910" y="1427584"/>
            <a:ext cx="3853543" cy="369332"/>
          </a:xfrm>
          <a:prstGeom prst="rect">
            <a:avLst/>
          </a:prstGeom>
          <a:noFill/>
        </p:spPr>
        <p:txBody>
          <a:bodyPr wrap="square" rtlCol="0">
            <a:spAutoFit/>
          </a:bodyPr>
          <a:lstStyle/>
          <a:p>
            <a:r>
              <a:rPr lang="en-IN" dirty="0">
                <a:solidFill>
                  <a:schemeClr val="bg1"/>
                </a:solidFill>
              </a:rPr>
              <a:t>TO CANCEL A SEAT</a:t>
            </a:r>
          </a:p>
        </p:txBody>
      </p:sp>
    </p:spTree>
    <p:extLst>
      <p:ext uri="{BB962C8B-B14F-4D97-AF65-F5344CB8AC3E}">
        <p14:creationId xmlns:p14="http://schemas.microsoft.com/office/powerpoint/2010/main" val="1649444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AA6BD9-B743-FB85-4CC0-474F6CCD8C6E}"/>
              </a:ext>
            </a:extLst>
          </p:cNvPr>
          <p:cNvSpPr>
            <a:spLocks noGrp="1"/>
          </p:cNvSpPr>
          <p:nvPr>
            <p:ph type="sldNum" sz="quarter" idx="12"/>
          </p:nvPr>
        </p:nvSpPr>
        <p:spPr/>
        <p:txBody>
          <a:bodyPr/>
          <a:lstStyle/>
          <a:p>
            <a:fld id="{C263D6C4-4840-40CC-AC84-17E24B3B7BDE}" type="slidenum">
              <a:rPr lang="en-US" noProof="0" smtClean="0"/>
              <a:pPr/>
              <a:t>17</a:t>
            </a:fld>
            <a:endParaRPr lang="en-US" noProof="0" dirty="0"/>
          </a:p>
        </p:txBody>
      </p:sp>
      <p:pic>
        <p:nvPicPr>
          <p:cNvPr id="6" name="Picture 5">
            <a:extLst>
              <a:ext uri="{FF2B5EF4-FFF2-40B4-BE49-F238E27FC236}">
                <a16:creationId xmlns:a16="http://schemas.microsoft.com/office/drawing/2014/main" id="{7B5745E8-C757-42C8-2FD2-F2106FC5864A}"/>
              </a:ext>
            </a:extLst>
          </p:cNvPr>
          <p:cNvPicPr>
            <a:picLocks noChangeAspect="1"/>
          </p:cNvPicPr>
          <p:nvPr/>
        </p:nvPicPr>
        <p:blipFill>
          <a:blip r:embed="rId2"/>
          <a:stretch>
            <a:fillRect/>
          </a:stretch>
        </p:blipFill>
        <p:spPr>
          <a:xfrm>
            <a:off x="298580" y="2101302"/>
            <a:ext cx="5617029" cy="3371102"/>
          </a:xfrm>
          <a:prstGeom prst="rect">
            <a:avLst/>
          </a:prstGeom>
        </p:spPr>
      </p:pic>
      <p:pic>
        <p:nvPicPr>
          <p:cNvPr id="8" name="Picture 7">
            <a:extLst>
              <a:ext uri="{FF2B5EF4-FFF2-40B4-BE49-F238E27FC236}">
                <a16:creationId xmlns:a16="http://schemas.microsoft.com/office/drawing/2014/main" id="{CC814FB3-A831-D131-DBDF-C34872921391}"/>
              </a:ext>
            </a:extLst>
          </p:cNvPr>
          <p:cNvPicPr>
            <a:picLocks noChangeAspect="1"/>
          </p:cNvPicPr>
          <p:nvPr/>
        </p:nvPicPr>
        <p:blipFill>
          <a:blip r:embed="rId3"/>
          <a:stretch>
            <a:fillRect/>
          </a:stretch>
        </p:blipFill>
        <p:spPr>
          <a:xfrm>
            <a:off x="6652726" y="2101302"/>
            <a:ext cx="5357303" cy="3371102"/>
          </a:xfrm>
          <a:prstGeom prst="rect">
            <a:avLst/>
          </a:prstGeom>
        </p:spPr>
      </p:pic>
      <p:sp>
        <p:nvSpPr>
          <p:cNvPr id="9" name="TextBox 8">
            <a:extLst>
              <a:ext uri="{FF2B5EF4-FFF2-40B4-BE49-F238E27FC236}">
                <a16:creationId xmlns:a16="http://schemas.microsoft.com/office/drawing/2014/main" id="{0AE19E5D-C9BD-B44F-477E-392DEA6CA6C9}"/>
              </a:ext>
            </a:extLst>
          </p:cNvPr>
          <p:cNvSpPr txBox="1"/>
          <p:nvPr/>
        </p:nvSpPr>
        <p:spPr>
          <a:xfrm>
            <a:off x="298581" y="1427584"/>
            <a:ext cx="5617028" cy="646331"/>
          </a:xfrm>
          <a:prstGeom prst="rect">
            <a:avLst/>
          </a:prstGeom>
          <a:noFill/>
        </p:spPr>
        <p:txBody>
          <a:bodyPr wrap="square" rtlCol="0">
            <a:spAutoFit/>
          </a:bodyPr>
          <a:lstStyle/>
          <a:p>
            <a:r>
              <a:rPr lang="en-US" dirty="0">
                <a:solidFill>
                  <a:schemeClr val="bg1"/>
                </a:solidFill>
              </a:rPr>
              <a:t>TO CHECK IF A SEAT HAS ALREADY BEEN BOOKED OR NOT</a:t>
            </a:r>
            <a:endParaRPr lang="en-IN" dirty="0">
              <a:solidFill>
                <a:schemeClr val="bg1"/>
              </a:solidFill>
            </a:endParaRPr>
          </a:p>
        </p:txBody>
      </p:sp>
      <p:sp>
        <p:nvSpPr>
          <p:cNvPr id="11" name="TextBox 10">
            <a:extLst>
              <a:ext uri="{FF2B5EF4-FFF2-40B4-BE49-F238E27FC236}">
                <a16:creationId xmlns:a16="http://schemas.microsoft.com/office/drawing/2014/main" id="{6670F2F5-583E-EE97-0193-1292F7B89575}"/>
              </a:ext>
            </a:extLst>
          </p:cNvPr>
          <p:cNvSpPr txBox="1"/>
          <p:nvPr/>
        </p:nvSpPr>
        <p:spPr>
          <a:xfrm>
            <a:off x="6736702" y="1427584"/>
            <a:ext cx="5273327" cy="646331"/>
          </a:xfrm>
          <a:prstGeom prst="rect">
            <a:avLst/>
          </a:prstGeom>
          <a:noFill/>
        </p:spPr>
        <p:txBody>
          <a:bodyPr wrap="square" rtlCol="0">
            <a:spAutoFit/>
          </a:bodyPr>
          <a:lstStyle/>
          <a:p>
            <a:r>
              <a:rPr lang="en-IN" dirty="0">
                <a:solidFill>
                  <a:schemeClr val="bg1"/>
                </a:solidFill>
              </a:rPr>
              <a:t>TO CHECK IF A SEAT HAS BEEN CANCELED OR NOT</a:t>
            </a:r>
          </a:p>
        </p:txBody>
      </p:sp>
    </p:spTree>
    <p:extLst>
      <p:ext uri="{BB962C8B-B14F-4D97-AF65-F5344CB8AC3E}">
        <p14:creationId xmlns:p14="http://schemas.microsoft.com/office/powerpoint/2010/main" val="678122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6BA5F6-8202-85AE-5328-AFD3E79EFD7B}"/>
              </a:ext>
            </a:extLst>
          </p:cNvPr>
          <p:cNvSpPr>
            <a:spLocks noGrp="1"/>
          </p:cNvSpPr>
          <p:nvPr>
            <p:ph type="sldNum" sz="quarter" idx="12"/>
          </p:nvPr>
        </p:nvSpPr>
        <p:spPr/>
        <p:txBody>
          <a:bodyPr/>
          <a:lstStyle/>
          <a:p>
            <a:fld id="{C263D6C4-4840-40CC-AC84-17E24B3B7BDE}" type="slidenum">
              <a:rPr lang="en-US" noProof="0" smtClean="0"/>
              <a:pPr/>
              <a:t>18</a:t>
            </a:fld>
            <a:endParaRPr lang="en-US" noProof="0" dirty="0"/>
          </a:p>
        </p:txBody>
      </p:sp>
      <p:pic>
        <p:nvPicPr>
          <p:cNvPr id="6" name="Picture 5">
            <a:extLst>
              <a:ext uri="{FF2B5EF4-FFF2-40B4-BE49-F238E27FC236}">
                <a16:creationId xmlns:a16="http://schemas.microsoft.com/office/drawing/2014/main" id="{319F1298-8CC2-756D-A913-72A12A0A65F9}"/>
              </a:ext>
            </a:extLst>
          </p:cNvPr>
          <p:cNvPicPr>
            <a:picLocks noChangeAspect="1"/>
          </p:cNvPicPr>
          <p:nvPr/>
        </p:nvPicPr>
        <p:blipFill>
          <a:blip r:embed="rId2"/>
          <a:stretch>
            <a:fillRect/>
          </a:stretch>
        </p:blipFill>
        <p:spPr>
          <a:xfrm>
            <a:off x="1296955" y="1968758"/>
            <a:ext cx="8705461" cy="4163707"/>
          </a:xfrm>
          <a:prstGeom prst="rect">
            <a:avLst/>
          </a:prstGeom>
        </p:spPr>
      </p:pic>
      <p:sp>
        <p:nvSpPr>
          <p:cNvPr id="7" name="TextBox 6">
            <a:extLst>
              <a:ext uri="{FF2B5EF4-FFF2-40B4-BE49-F238E27FC236}">
                <a16:creationId xmlns:a16="http://schemas.microsoft.com/office/drawing/2014/main" id="{53CBD5FC-E40C-1DBE-3D0B-3BE2C70C9B64}"/>
              </a:ext>
            </a:extLst>
          </p:cNvPr>
          <p:cNvSpPr txBox="1"/>
          <p:nvPr/>
        </p:nvSpPr>
        <p:spPr>
          <a:xfrm>
            <a:off x="1390260" y="1418253"/>
            <a:ext cx="8518849" cy="369332"/>
          </a:xfrm>
          <a:prstGeom prst="rect">
            <a:avLst/>
          </a:prstGeom>
          <a:noFill/>
        </p:spPr>
        <p:txBody>
          <a:bodyPr wrap="square" rtlCol="0">
            <a:spAutoFit/>
          </a:bodyPr>
          <a:lstStyle/>
          <a:p>
            <a:r>
              <a:rPr lang="en-IN" dirty="0">
                <a:solidFill>
                  <a:schemeClr val="bg1"/>
                </a:solidFill>
              </a:rPr>
              <a:t>TO BOOK, CANCEL, AND EXIT THE BOOKING</a:t>
            </a:r>
          </a:p>
        </p:txBody>
      </p:sp>
    </p:spTree>
    <p:extLst>
      <p:ext uri="{BB962C8B-B14F-4D97-AF65-F5344CB8AC3E}">
        <p14:creationId xmlns:p14="http://schemas.microsoft.com/office/powerpoint/2010/main" val="1293521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D637518-B836-C4DC-CAC5-4DF04E996B90}"/>
              </a:ext>
            </a:extLst>
          </p:cNvPr>
          <p:cNvSpPr>
            <a:spLocks noGrp="1"/>
          </p:cNvSpPr>
          <p:nvPr>
            <p:ph type="sldNum" sz="quarter" idx="12"/>
          </p:nvPr>
        </p:nvSpPr>
        <p:spPr/>
        <p:txBody>
          <a:bodyPr/>
          <a:lstStyle/>
          <a:p>
            <a:fld id="{C263D6C4-4840-40CC-AC84-17E24B3B7BDE}" type="slidenum">
              <a:rPr lang="en-US" noProof="0" smtClean="0"/>
              <a:pPr/>
              <a:t>19</a:t>
            </a:fld>
            <a:endParaRPr lang="en-US" noProof="0" dirty="0"/>
          </a:p>
        </p:txBody>
      </p:sp>
      <p:sp>
        <p:nvSpPr>
          <p:cNvPr id="4" name="Text Placeholder 3">
            <a:extLst>
              <a:ext uri="{FF2B5EF4-FFF2-40B4-BE49-F238E27FC236}">
                <a16:creationId xmlns:a16="http://schemas.microsoft.com/office/drawing/2014/main" id="{369A910E-5AC9-6EF4-BBB7-AD8FAA354521}"/>
              </a:ext>
            </a:extLst>
          </p:cNvPr>
          <p:cNvSpPr>
            <a:spLocks noGrp="1"/>
          </p:cNvSpPr>
          <p:nvPr>
            <p:ph type="body" sz="quarter" idx="13"/>
          </p:nvPr>
        </p:nvSpPr>
        <p:spPr/>
        <p:txBody>
          <a:bodyPr>
            <a:normAutofit/>
          </a:bodyPr>
          <a:lstStyle/>
          <a:p>
            <a:r>
              <a:rPr lang="en-IN" sz="7200" dirty="0">
                <a:latin typeface="Bookman Old Style" panose="02050604050505020204" pitchFamily="18" charset="0"/>
              </a:rPr>
              <a:t>PROJECT REPORT</a:t>
            </a:r>
          </a:p>
        </p:txBody>
      </p:sp>
    </p:spTree>
    <p:extLst>
      <p:ext uri="{BB962C8B-B14F-4D97-AF65-F5344CB8AC3E}">
        <p14:creationId xmlns:p14="http://schemas.microsoft.com/office/powerpoint/2010/main" val="1351378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E1A821-0BFF-D9FF-CFD7-4E0490AA4246}"/>
              </a:ext>
            </a:extLst>
          </p:cNvPr>
          <p:cNvSpPr>
            <a:spLocks noGrp="1"/>
          </p:cNvSpPr>
          <p:nvPr>
            <p:ph type="sldNum" sz="quarter" idx="12"/>
          </p:nvPr>
        </p:nvSpPr>
        <p:spPr/>
        <p:txBody>
          <a:bodyPr/>
          <a:lstStyle/>
          <a:p>
            <a:fld id="{C263D6C4-4840-40CC-AC84-17E24B3B7BDE}" type="slidenum">
              <a:rPr lang="en-US" noProof="0" smtClean="0"/>
              <a:pPr/>
              <a:t>20</a:t>
            </a:fld>
            <a:endParaRPr lang="en-US" noProof="0" dirty="0"/>
          </a:p>
        </p:txBody>
      </p:sp>
      <p:sp>
        <p:nvSpPr>
          <p:cNvPr id="4" name="Text Placeholder 3">
            <a:extLst>
              <a:ext uri="{FF2B5EF4-FFF2-40B4-BE49-F238E27FC236}">
                <a16:creationId xmlns:a16="http://schemas.microsoft.com/office/drawing/2014/main" id="{76CEC6A9-3C8D-A2A8-A126-A76238500F51}"/>
              </a:ext>
            </a:extLst>
          </p:cNvPr>
          <p:cNvSpPr>
            <a:spLocks noGrp="1"/>
          </p:cNvSpPr>
          <p:nvPr>
            <p:ph type="body" sz="quarter" idx="13"/>
          </p:nvPr>
        </p:nvSpPr>
        <p:spPr>
          <a:xfrm>
            <a:off x="289249" y="2020077"/>
            <a:ext cx="11369351" cy="3415004"/>
          </a:xfrm>
        </p:spPr>
        <p:txBody>
          <a:bodyPr>
            <a:noAutofit/>
          </a:bodyPr>
          <a:lstStyle/>
          <a:p>
            <a:pPr algn="l"/>
            <a:r>
              <a:rPr lang="en-US" sz="1600" dirty="0">
                <a:latin typeface="Times New Roman" panose="02020603050405020304" pitchFamily="18" charset="0"/>
                <a:cs typeface="Times New Roman" panose="02020603050405020304" pitchFamily="18" charset="0"/>
              </a:rPr>
              <a:t>The primary objective of this project is to revolutionize the stadium seat booking process by developing an advanced, Java-based system that tackles the challenges of efficient seat allocation. </a:t>
            </a:r>
          </a:p>
          <a:p>
            <a:pPr algn="l"/>
            <a:r>
              <a:rPr lang="en-US" sz="1600" dirty="0">
                <a:latin typeface="Times New Roman" panose="02020603050405020304" pitchFamily="18" charset="0"/>
                <a:cs typeface="Times New Roman" panose="02020603050405020304" pitchFamily="18" charset="0"/>
              </a:rPr>
              <a:t>	The key goals of the project are:</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 cutting-edge seat allocation strategies to enhance the overall user experience and optimize the booking process.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Create a robust and user-friendly system that simplifies the seat selection process for customers while maximizing the utilization of available seating capacity.</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Leverage innovative algorithms and data structures to enable efficient real-time seat allocation, considering factors such as group bookings, seat preferences, and seating constraints.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Ensure scalability and performance to provide a seamless booking experience during peak periods.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Incorporate dynamic seat mapping and intelligent seat recommendation systems to offer a personalized and efficient booking experience for users.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 advanced seat allocation algorithms: The project will focus on designing and implementing efficient seat allocation algorithms that can intelligently assign seats based on user preferences, seat availability, and specific constraints.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 a user-friendly interface: The project will create an intuitive and easy-to-use booking interface that simplifies the seat selection process for customers.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38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4460033" y="2807208"/>
            <a:ext cx="7268547" cy="1243584"/>
          </a:xfrm>
        </p:spPr>
        <p:txBody>
          <a:bodyPr/>
          <a:lstStyle/>
          <a:p>
            <a:r>
              <a:rPr lang="en-US" sz="8800" dirty="0">
                <a:latin typeface="Times New Roman" panose="02020603050405020304" pitchFamily="18" charset="0"/>
                <a:cs typeface="Times New Roman" panose="02020603050405020304" pitchFamily="18" charset="0"/>
              </a:rPr>
              <a:t>THANK YOU </a:t>
            </a:r>
            <a:endParaRPr lang="en-GB" sz="8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221</TotalTime>
  <Words>925</Words>
  <Application>Microsoft Office PowerPoint</Application>
  <PresentationFormat>Widescreen</PresentationFormat>
  <Paragraphs>85</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Bookman Old Style</vt:lpstr>
      <vt:lpstr>Calibri</vt:lpstr>
      <vt:lpstr>Times New Roman</vt:lpstr>
      <vt:lpstr>Trade Gothic LT Pro</vt:lpstr>
      <vt:lpstr>Trebuchet MS</vt:lpstr>
      <vt:lpstr>Office Theme</vt:lpstr>
      <vt:lpstr>STADIUM SEAT BOOKING SYSTEM</vt:lpstr>
      <vt:lpstr>TABLE OF CONTENTS</vt:lpstr>
      <vt:lpstr>TEAM MEMBERS</vt:lpstr>
      <vt:lpstr>PowerPoint Presentation</vt:lpstr>
      <vt:lpstr>Stadium Seat Booking System</vt:lpstr>
      <vt:lpstr>Key features</vt:lpstr>
      <vt:lpstr>Concepts and Functionalities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STADIUM SEAT BOOKING SYSTEM</dc:title>
  <dc:creator>sriyoshija chokka</dc:creator>
  <cp:lastModifiedBy>sriyoshija chokka</cp:lastModifiedBy>
  <cp:revision>1</cp:revision>
  <dcterms:created xsi:type="dcterms:W3CDTF">2024-04-26T16:12:03Z</dcterms:created>
  <dcterms:modified xsi:type="dcterms:W3CDTF">2024-04-29T13:49:29Z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